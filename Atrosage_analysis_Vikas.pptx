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package.core-properties+xml" PartName="/docProps/core.xml"/>
  <Override ContentType="application/vnd.openxmlformats-officedocument.presentationml.presentation.main+xml" PartName="/ppt/presentation.xml"/>
  <Override ContentType="application/vnd.ms-office.chartcolorstyle+xml" PartName="/ppt/charts/colors1.xml"/>
  <Override ContentType="application/vnd.ms-office.chartcolorstyle+xml" PartName="/ppt/charts/colors2.xml"/>
  <Override ContentType="application/vnd.openxmlformats-officedocument.theme+xml" PartName="/ppt/theme/theme1.xml"/>
  <Override ContentType="application/vnd.openxmlformats-officedocument.theme+xml" PartName="/ppt/theme/theme2.xml"/>
  <Override ContentType="application/vnd.openxmlformats-officedocument.drawingml.chart+xml" PartName="/ppt/charts/chart2.xml"/>
  <Override ContentType="application/vnd.openxmlformats-officedocument.drawingml.chart+xml" PartName="/ppt/charts/chart1.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custom-properties+xml" PartName="/docProps/custom.xml"/>
  <Override ContentType="application/binary" PartName="/ppt/metadata"/>
  <Override ContentType="application/vnd.openxmlformats-officedocument.presentationml.notesMaster+xml" PartName="/ppt/notesMasters/notesMaster1.xml"/>
  <Override ContentType="application/vnd.ms-office.chartstyle+xml" PartName="/ppt/charts/style1.xml"/>
  <Override ContentType="application/vnd.ms-office.chartstyle+xml" PartName="/ppt/charts/style2.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Lst>
  <p:sldSz cy="5143500" cx="9144000"/>
  <p:notesSz cx="6858000" cy="9144000"/>
  <p:embeddedFontLst>
    <p:embeddedFont>
      <p:font typeface="Quantico"/>
      <p:regular r:id="rId28"/>
      <p:bold r:id="rId29"/>
      <p:italic r:id="rId30"/>
      <p:boldItalic r:id="rId31"/>
    </p:embeddedFont>
    <p:embeddedFont>
      <p:font typeface="Comfortaa SemiBold"/>
      <p:regular r:id="rId32"/>
      <p:bold r:id="rId33"/>
    </p:embeddedFont>
    <p:embeddedFont>
      <p:font typeface="Lato"/>
      <p:regular r:id="rId34"/>
      <p:bold r:id="rId35"/>
      <p:italic r:id="rId36"/>
      <p:boldItalic r:id="rId37"/>
    </p:embeddedFont>
    <p:embeddedFont>
      <p:font typeface="Comfortaa Medium"/>
      <p:regular r:id="rId38"/>
      <p:bold r:id="rId39"/>
    </p:embeddedFont>
    <p:embeddedFont>
      <p:font typeface="Comfortaa"/>
      <p:regular r:id="rId40"/>
      <p:bold r:id="rId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42" roundtripDataSignature="AMtx7mj3APmJogSGUPVi2c7l8QqEdQmbe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Comfortaa-regular.fntdata"/><Relationship Id="rId20" Type="http://schemas.openxmlformats.org/officeDocument/2006/relationships/slide" Target="slides/slide15.xml"/><Relationship Id="rId42" Type="http://customschemas.google.com/relationships/presentationmetadata" Target="metadata"/><Relationship Id="rId41" Type="http://schemas.openxmlformats.org/officeDocument/2006/relationships/font" Target="fonts/Comfortaa-bold.fntdata"/><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Quantico-regular.fntdata"/><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Quantico-bold.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Quantico-boldItalic.fntdata"/><Relationship Id="rId30" Type="http://schemas.openxmlformats.org/officeDocument/2006/relationships/font" Target="fonts/Quantico-italic.fntdata"/><Relationship Id="rId11" Type="http://schemas.openxmlformats.org/officeDocument/2006/relationships/slide" Target="slides/slide6.xml"/><Relationship Id="rId33" Type="http://schemas.openxmlformats.org/officeDocument/2006/relationships/font" Target="fonts/ComfortaaSemiBold-bold.fntdata"/><Relationship Id="rId10" Type="http://schemas.openxmlformats.org/officeDocument/2006/relationships/slide" Target="slides/slide5.xml"/><Relationship Id="rId32" Type="http://schemas.openxmlformats.org/officeDocument/2006/relationships/font" Target="fonts/ComfortaaSemiBold-regular.fntdata"/><Relationship Id="rId13" Type="http://schemas.openxmlformats.org/officeDocument/2006/relationships/slide" Target="slides/slide8.xml"/><Relationship Id="rId35" Type="http://schemas.openxmlformats.org/officeDocument/2006/relationships/font" Target="fonts/Lato-bold.fntdata"/><Relationship Id="rId12" Type="http://schemas.openxmlformats.org/officeDocument/2006/relationships/slide" Target="slides/slide7.xml"/><Relationship Id="rId34" Type="http://schemas.openxmlformats.org/officeDocument/2006/relationships/font" Target="fonts/Lato-regular.fntdata"/><Relationship Id="rId15" Type="http://schemas.openxmlformats.org/officeDocument/2006/relationships/slide" Target="slides/slide10.xml"/><Relationship Id="rId37" Type="http://schemas.openxmlformats.org/officeDocument/2006/relationships/font" Target="fonts/Lato-boldItalic.fntdata"/><Relationship Id="rId14" Type="http://schemas.openxmlformats.org/officeDocument/2006/relationships/slide" Target="slides/slide9.xml"/><Relationship Id="rId36" Type="http://schemas.openxmlformats.org/officeDocument/2006/relationships/font" Target="fonts/Lato-italic.fntdata"/><Relationship Id="rId17" Type="http://schemas.openxmlformats.org/officeDocument/2006/relationships/slide" Target="slides/slide12.xml"/><Relationship Id="rId39" Type="http://schemas.openxmlformats.org/officeDocument/2006/relationships/font" Target="fonts/ComfortaaMedium-bold.fntdata"/><Relationship Id="rId16" Type="http://schemas.openxmlformats.org/officeDocument/2006/relationships/slide" Target="slides/slide11.xml"/><Relationship Id="rId38" Type="http://schemas.openxmlformats.org/officeDocument/2006/relationships/font" Target="fonts/ComfortaaMedium-regular.fntdata"/><Relationship Id="rId19" Type="http://schemas.openxmlformats.org/officeDocument/2006/relationships/slide" Target="slides/slide14.xml"/><Relationship Id="rId18"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C:\Users\91738\Desktop\NS%20excel%20project\Atrosage_analysis_Vikas\AstroSage_analysis_vikas.xlsx" TargetMode="Externa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oleObject" Target="file:///C:\Users\91738\Desktop\NS%20excel%20project\Atrosage_analysis_Vikas\AstroSage_analysis_vikas.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[AstroSage_analysis_vikas.xlsx]Subjective!hourly_user_distribution</c:name>
    <c:fmtId val="52"/>
  </c:pivotSource>
  <c:chart>
    <c:title>
      <c:tx>
        <c:rich>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r>
              <a:rPr lang="en-US" b="1">
                <a:solidFill>
                  <a:schemeClr val="accent1">
                    <a:lumMod val="50000"/>
                  </a:schemeClr>
                </a:solidFill>
              </a:rPr>
              <a:t>Hourly</a:t>
            </a:r>
            <a:r>
              <a:rPr lang="en-US" b="1" baseline="0">
                <a:solidFill>
                  <a:schemeClr val="accent1">
                    <a:lumMod val="50000"/>
                  </a:schemeClr>
                </a:solidFill>
              </a:rPr>
              <a:t> User Volume</a:t>
            </a:r>
            <a:endParaRPr lang="en-US" b="1">
              <a:solidFill>
                <a:schemeClr val="accent1">
                  <a:lumMod val="50000"/>
                </a:schemeClr>
              </a:solidFill>
            </a:endParaRPr>
          </a:p>
        </c:rich>
      </c:tx>
      <c:layout/>
      <c:overlay val="0"/>
      <c:spPr>
        <a:noFill/>
        <a:ln>
          <a:noFill/>
        </a:ln>
        <a:effectLst/>
      </c:spPr>
      <c:txPr>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
        <c:idx val="3"/>
        <c:spPr>
          <a:solidFill>
            <a:schemeClr val="accent1"/>
          </a:solidFill>
          <a:ln w="28575" cap="rnd">
            <a:solidFill>
              <a:schemeClr val="accent1"/>
            </a:solidFill>
            <a:round/>
          </a:ln>
          <a:effectLst/>
        </c:spPr>
        <c:marker>
          <c:symbol val="none"/>
        </c:marker>
      </c:pivotFmt>
      <c:pivotFmt>
        <c:idx val="4"/>
        <c:spPr>
          <a:solidFill>
            <a:schemeClr val="accent1"/>
          </a:solidFill>
          <a:ln w="28575" cap="rnd">
            <a:solidFill>
              <a:schemeClr val="accent1"/>
            </a:solidFill>
            <a:round/>
          </a:ln>
          <a:effectLst/>
        </c:spPr>
        <c:marker>
          <c:symbol val="none"/>
        </c:marker>
      </c:pivotFmt>
      <c:pivotFmt>
        <c:idx val="5"/>
        <c:spPr>
          <a:solidFill>
            <a:schemeClr val="accent1"/>
          </a:solidFill>
          <a:ln w="28575" cap="rnd">
            <a:solidFill>
              <a:schemeClr val="accent1"/>
            </a:solidFill>
            <a:round/>
          </a:ln>
          <a:effectLst/>
        </c:spPr>
        <c:marker>
          <c:symbol val="none"/>
        </c:marker>
      </c:pivotFmt>
      <c:pivotFmt>
        <c:idx val="6"/>
        <c:spPr>
          <a:solidFill>
            <a:schemeClr val="accent1"/>
          </a:solidFill>
          <a:ln w="28575" cap="rnd">
            <a:solidFill>
              <a:schemeClr val="accent1"/>
            </a:solidFill>
            <a:round/>
          </a:ln>
          <a:effectLst/>
        </c:spPr>
        <c:marker>
          <c:symbol val="none"/>
        </c:marker>
      </c:pivotFmt>
    </c:pivotFmts>
    <c:plotArea>
      <c:layout/>
      <c:lineChart>
        <c:grouping val="stacked"/>
        <c:varyColors val="0"/>
        <c:ser>
          <c:idx val="0"/>
          <c:order val="0"/>
          <c:tx>
            <c:strRef>
              <c:f>Subjective!$O$3</c:f>
              <c:strCache>
                <c:ptCount val="1"/>
                <c:pt idx="0">
                  <c:v>Total</c:v>
                </c:pt>
              </c:strCache>
            </c:strRef>
          </c:tx>
          <c:spPr>
            <a:ln w="28575" cap="rnd">
              <a:solidFill>
                <a:schemeClr val="accent1"/>
              </a:solidFill>
              <a:round/>
            </a:ln>
            <a:effectLst/>
          </c:spPr>
          <c:marker>
            <c:symbol val="none"/>
          </c:marker>
          <c:cat>
            <c:strRef>
              <c:f>Subjective!$N$4:$N$28</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Subjective!$O$4:$O$28</c:f>
              <c:numCache>
                <c:formatCode>General</c:formatCode>
                <c:ptCount val="24"/>
                <c:pt idx="0">
                  <c:v>226</c:v>
                </c:pt>
                <c:pt idx="1">
                  <c:v>304</c:v>
                </c:pt>
                <c:pt idx="2">
                  <c:v>560</c:v>
                </c:pt>
                <c:pt idx="3">
                  <c:v>856</c:v>
                </c:pt>
                <c:pt idx="4">
                  <c:v>1153</c:v>
                </c:pt>
                <c:pt idx="5">
                  <c:v>1438</c:v>
                </c:pt>
                <c:pt idx="6">
                  <c:v>1855</c:v>
                </c:pt>
                <c:pt idx="7">
                  <c:v>1664</c:v>
                </c:pt>
                <c:pt idx="8">
                  <c:v>1875</c:v>
                </c:pt>
                <c:pt idx="9">
                  <c:v>1673</c:v>
                </c:pt>
                <c:pt idx="10">
                  <c:v>1704</c:v>
                </c:pt>
                <c:pt idx="11">
                  <c:v>1472</c:v>
                </c:pt>
                <c:pt idx="12">
                  <c:v>1591</c:v>
                </c:pt>
                <c:pt idx="13">
                  <c:v>1574</c:v>
                </c:pt>
                <c:pt idx="14">
                  <c:v>1673</c:v>
                </c:pt>
                <c:pt idx="15">
                  <c:v>1747</c:v>
                </c:pt>
                <c:pt idx="16">
                  <c:v>1773</c:v>
                </c:pt>
                <c:pt idx="17">
                  <c:v>1443</c:v>
                </c:pt>
                <c:pt idx="18">
                  <c:v>1099</c:v>
                </c:pt>
                <c:pt idx="19">
                  <c:v>912</c:v>
                </c:pt>
                <c:pt idx="20">
                  <c:v>553</c:v>
                </c:pt>
                <c:pt idx="21">
                  <c:v>347</c:v>
                </c:pt>
                <c:pt idx="22">
                  <c:v>268</c:v>
                </c:pt>
                <c:pt idx="23">
                  <c:v>267</c:v>
                </c:pt>
              </c:numCache>
            </c:numRef>
          </c:val>
          <c:smooth val="0"/>
          <c:extLst>
            <c:ext xmlns:c16="http://schemas.microsoft.com/office/drawing/2014/chart" uri="{C3380CC4-5D6E-409C-BE32-E72D297353CC}">
              <c16:uniqueId val="{00000000-DA81-4707-A1D5-8AE28C752B0E}"/>
            </c:ext>
          </c:extLst>
        </c:ser>
        <c:dLbls>
          <c:showLegendKey val="0"/>
          <c:showVal val="0"/>
          <c:showCatName val="0"/>
          <c:showSerName val="0"/>
          <c:showPercent val="0"/>
          <c:showBubbleSize val="0"/>
        </c:dLbls>
        <c:smooth val="0"/>
        <c:axId val="966447679"/>
        <c:axId val="966461823"/>
      </c:lineChart>
      <c:catAx>
        <c:axId val="966447679"/>
        <c:scaling>
          <c:orientation val="minMax"/>
        </c:scaling>
        <c:delete val="0"/>
        <c:axPos val="b"/>
        <c:title>
          <c:tx>
            <c:rich>
              <a:bodyPr rot="0" spcFirstLastPara="1" vertOverflow="ellipsis" vert="horz" wrap="square" anchor="ctr" anchorCtr="1"/>
              <a:lstStyle/>
              <a:p>
                <a:pPr>
                  <a:defRPr sz="1000" b="1" i="0" u="none" strike="noStrike" kern="1200" baseline="0">
                    <a:solidFill>
                      <a:schemeClr val="tx1"/>
                    </a:solidFill>
                    <a:latin typeface="+mn-lt"/>
                    <a:ea typeface="+mn-ea"/>
                    <a:cs typeface="+mn-cs"/>
                  </a:defRPr>
                </a:pPr>
                <a:r>
                  <a:rPr lang="en-IN" b="1">
                    <a:solidFill>
                      <a:schemeClr val="tx1"/>
                    </a:solidFill>
                  </a:rPr>
                  <a:t>Hours</a:t>
                </a:r>
              </a:p>
            </c:rich>
          </c:tx>
          <c:layout/>
          <c:overlay val="0"/>
          <c:spPr>
            <a:noFill/>
            <a:ln>
              <a:noFill/>
            </a:ln>
            <a:effectLst/>
          </c:spPr>
          <c:txPr>
            <a:bodyPr rot="0" spcFirstLastPara="1" vertOverflow="ellipsis" vert="horz" wrap="square" anchor="ctr" anchorCtr="1"/>
            <a:lstStyle/>
            <a:p>
              <a:pPr>
                <a:defRPr sz="1000" b="1"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66461823"/>
        <c:crosses val="autoZero"/>
        <c:auto val="1"/>
        <c:lblAlgn val="ctr"/>
        <c:lblOffset val="100"/>
        <c:noMultiLvlLbl val="0"/>
      </c:catAx>
      <c:valAx>
        <c:axId val="96646182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1" i="0" u="none" strike="noStrike" kern="1200" baseline="0">
                    <a:solidFill>
                      <a:schemeClr val="tx1"/>
                    </a:solidFill>
                    <a:latin typeface="+mn-lt"/>
                    <a:ea typeface="+mn-ea"/>
                    <a:cs typeface="+mn-cs"/>
                  </a:defRPr>
                </a:pPr>
                <a:r>
                  <a:rPr lang="en-IN" b="1">
                    <a:solidFill>
                      <a:schemeClr val="tx1"/>
                    </a:solidFill>
                  </a:rPr>
                  <a:t>User</a:t>
                </a:r>
                <a:r>
                  <a:rPr lang="en-IN" b="1" baseline="0">
                    <a:solidFill>
                      <a:schemeClr val="tx1"/>
                    </a:solidFill>
                  </a:rPr>
                  <a:t> Volume</a:t>
                </a:r>
                <a:endParaRPr lang="en-IN" b="1">
                  <a:solidFill>
                    <a:schemeClr val="tx1"/>
                  </a:solidFill>
                </a:endParaRPr>
              </a:p>
            </c:rich>
          </c:tx>
          <c:layout/>
          <c:overlay val="0"/>
          <c:spPr>
            <a:noFill/>
            <a:ln>
              <a:noFill/>
            </a:ln>
            <a:effectLst/>
          </c:spPr>
          <c:txPr>
            <a:bodyPr rot="-5400000" spcFirstLastPara="1" vertOverflow="ellipsis" vert="horz" wrap="square" anchor="ctr" anchorCtr="1"/>
            <a:lstStyle/>
            <a:p>
              <a:pPr>
                <a:defRPr sz="1000" b="1"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66447679"/>
        <c:crosses val="autoZero"/>
        <c:crossBetween val="between"/>
      </c:valAx>
      <c:spPr>
        <a:noFill/>
        <a:ln>
          <a:noFill/>
        </a:ln>
        <a:effectLst/>
      </c:spPr>
    </c:plotArea>
    <c:plotVisOnly val="1"/>
    <c:dispBlanksAs val="gap"/>
    <c:showDLblsOverMax val="0"/>
  </c:chart>
  <c:spPr>
    <a:solidFill>
      <a:schemeClr val="bg1"/>
    </a:solidFill>
    <a:ln w="9525" cap="flat" cmpd="sng" algn="ctr">
      <a:no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[AstroSage_analysis_vikas.xlsx]Subjective!Guru_rating</c:name>
    <c:fmtId val="2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1">
                <a:solidFill>
                  <a:schemeClr val="accent1">
                    <a:lumMod val="50000"/>
                  </a:schemeClr>
                </a:solidFill>
              </a:rPr>
              <a:t>Rating wise User Distribution</a:t>
            </a:r>
          </a:p>
        </c:rich>
      </c:tx>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pivotFmt>
      <c:pivotFmt>
        <c:idx val="5"/>
        <c:spPr>
          <a:solidFill>
            <a:schemeClr val="accent1"/>
          </a:solidFill>
          <a:ln>
            <a:noFill/>
          </a:ln>
          <a:effectLst/>
        </c:spPr>
        <c:marker>
          <c:symbol val="none"/>
        </c:marker>
      </c:pivotFmt>
      <c:pivotFmt>
        <c:idx val="6"/>
        <c:spPr>
          <a:solidFill>
            <a:schemeClr val="accent1"/>
          </a:solidFill>
          <a:ln>
            <a:noFill/>
          </a:ln>
          <a:effectLst/>
        </c:spPr>
        <c:marker>
          <c:symbol val="none"/>
        </c:marker>
      </c:pivotFmt>
    </c:pivotFmts>
    <c:plotArea>
      <c:layout/>
      <c:barChart>
        <c:barDir val="col"/>
        <c:grouping val="clustered"/>
        <c:varyColors val="0"/>
        <c:ser>
          <c:idx val="0"/>
          <c:order val="0"/>
          <c:tx>
            <c:strRef>
              <c:f>Subjective!$R$3</c:f>
              <c:strCache>
                <c:ptCount val="1"/>
                <c:pt idx="0">
                  <c:v>Total</c:v>
                </c:pt>
              </c:strCache>
            </c:strRef>
          </c:tx>
          <c:spPr>
            <a:solidFill>
              <a:schemeClr val="accent1"/>
            </a:solidFill>
            <a:ln>
              <a:noFill/>
            </a:ln>
            <a:effectLst/>
          </c:spPr>
          <c:invertIfNegative val="0"/>
          <c:cat>
            <c:strRef>
              <c:f>Subjective!$Q$4:$Q$13</c:f>
              <c:strCache>
                <c:ptCount val="9"/>
                <c:pt idx="0">
                  <c:v>0</c:v>
                </c:pt>
                <c:pt idx="1">
                  <c:v>1</c:v>
                </c:pt>
                <c:pt idx="2">
                  <c:v>2</c:v>
                </c:pt>
                <c:pt idx="3">
                  <c:v>3</c:v>
                </c:pt>
                <c:pt idx="4">
                  <c:v>4</c:v>
                </c:pt>
                <c:pt idx="5">
                  <c:v>5</c:v>
                </c:pt>
                <c:pt idx="6">
                  <c:v>6</c:v>
                </c:pt>
                <c:pt idx="7">
                  <c:v>7</c:v>
                </c:pt>
                <c:pt idx="8">
                  <c:v>8</c:v>
                </c:pt>
              </c:strCache>
            </c:strRef>
          </c:cat>
          <c:val>
            <c:numRef>
              <c:f>Subjective!$R$4:$R$13</c:f>
              <c:numCache>
                <c:formatCode>General</c:formatCode>
                <c:ptCount val="9"/>
                <c:pt idx="0">
                  <c:v>7256</c:v>
                </c:pt>
                <c:pt idx="1">
                  <c:v>2199</c:v>
                </c:pt>
                <c:pt idx="2">
                  <c:v>4329</c:v>
                </c:pt>
                <c:pt idx="3">
                  <c:v>4407</c:v>
                </c:pt>
                <c:pt idx="4">
                  <c:v>2132</c:v>
                </c:pt>
                <c:pt idx="5">
                  <c:v>2169</c:v>
                </c:pt>
                <c:pt idx="6">
                  <c:v>1829</c:v>
                </c:pt>
                <c:pt idx="7">
                  <c:v>1824</c:v>
                </c:pt>
                <c:pt idx="8">
                  <c:v>1882</c:v>
                </c:pt>
              </c:numCache>
            </c:numRef>
          </c:val>
          <c:extLst>
            <c:ext xmlns:c16="http://schemas.microsoft.com/office/drawing/2014/chart" uri="{C3380CC4-5D6E-409C-BE32-E72D297353CC}">
              <c16:uniqueId val="{00000000-AFD1-4087-8685-862BF3BEFA88}"/>
            </c:ext>
          </c:extLst>
        </c:ser>
        <c:dLbls>
          <c:showLegendKey val="0"/>
          <c:showVal val="0"/>
          <c:showCatName val="0"/>
          <c:showSerName val="0"/>
          <c:showPercent val="0"/>
          <c:showBubbleSize val="0"/>
        </c:dLbls>
        <c:gapWidth val="219"/>
        <c:overlap val="-27"/>
        <c:axId val="777020511"/>
        <c:axId val="777017183"/>
      </c:barChart>
      <c:catAx>
        <c:axId val="777020511"/>
        <c:scaling>
          <c:orientation val="minMax"/>
        </c:scaling>
        <c:delete val="0"/>
        <c:axPos val="b"/>
        <c:title>
          <c:tx>
            <c:rich>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r>
                  <a:rPr lang="en-IN" b="1"/>
                  <a:t>Rating</a:t>
                </a:r>
              </a:p>
            </c:rich>
          </c:tx>
          <c:layout/>
          <c:overlay val="0"/>
          <c:spPr>
            <a:noFill/>
            <a:ln>
              <a:noFill/>
            </a:ln>
            <a:effectLst/>
          </c:spPr>
          <c:txPr>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US"/>
          </a:p>
        </c:txPr>
        <c:crossAx val="777017183"/>
        <c:crosses val="autoZero"/>
        <c:auto val="1"/>
        <c:lblAlgn val="ctr"/>
        <c:lblOffset val="100"/>
        <c:noMultiLvlLbl val="0"/>
      </c:catAx>
      <c:valAx>
        <c:axId val="77701718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r>
                  <a:rPr lang="en-US" b="1"/>
                  <a:t>Users Rating</a:t>
                </a:r>
              </a:p>
            </c:rich>
          </c:tx>
          <c:layout/>
          <c:overlay val="0"/>
          <c:spPr>
            <a:noFill/>
            <a:ln>
              <a:noFill/>
            </a:ln>
            <a:effectLst/>
          </c:spPr>
          <c:txPr>
            <a:bodyPr rot="-540000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US"/>
          </a:p>
        </c:txPr>
        <c:crossAx val="777020511"/>
        <c:crosses val="autoZero"/>
        <c:crossBetween val="between"/>
      </c:valAx>
      <c:spPr>
        <a:noFill/>
        <a:ln>
          <a:noFill/>
        </a:ln>
        <a:effectLst/>
      </c:spPr>
    </c:plotArea>
    <c:plotVisOnly val="1"/>
    <c:dispBlanksAs val="gap"/>
    <c:showDLblsOverMax val="0"/>
  </c:chart>
  <c:spPr>
    <a:solidFill>
      <a:schemeClr val="bg1"/>
    </a:solidFill>
    <a:ln w="9525" cap="flat" cmpd="sng" algn="ctr">
      <a:no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1" name="Google Shape;15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8" name="Google Shape;158;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6" name="Google Shape;166;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2" name="Google Shape;172;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9" name="Google Shape;179;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6" name="Google Shape;186;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3" name="Google Shape;193;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0" name="Google Shape;200;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7" name="Google Shape;207;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4" name="Google Shape;214;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1" name="Google Shape;221;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8" name="Google Shape;228;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5" name="Google Shape;235;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2" name="Google Shape;242;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9" name="Google Shape;249;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6" name="Google Shape;256;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3" name="Google Shape;263;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8" name="Google Shape;268;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4" name="Google Shape;274;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p2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0" name="Google Shape;280;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6" name="Google Shape;286;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2" name="Google Shape;292;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1_Title slide">
    <p:spTree>
      <p:nvGrpSpPr>
        <p:cNvPr id="11" name="Shape 11"/>
        <p:cNvGrpSpPr/>
        <p:nvPr/>
      </p:nvGrpSpPr>
      <p:grpSpPr>
        <a:xfrm>
          <a:off x="0" y="0"/>
          <a:ext cx="0" cy="0"/>
          <a:chOff x="0" y="0"/>
          <a:chExt cx="0" cy="0"/>
        </a:xfrm>
      </p:grpSpPr>
      <p:sp>
        <p:nvSpPr>
          <p:cNvPr id="12" name="Google Shape;12;p29"/>
          <p:cNvSpPr txBox="1"/>
          <p:nvPr>
            <p:ph type="title"/>
          </p:nvPr>
        </p:nvSpPr>
        <p:spPr>
          <a:xfrm>
            <a:off x="876900" y="874250"/>
            <a:ext cx="4387500" cy="2632500"/>
          </a:xfrm>
          <a:prstGeom prst="rect">
            <a:avLst/>
          </a:prstGeom>
          <a:noFill/>
          <a:ln>
            <a:noFill/>
          </a:ln>
        </p:spPr>
        <p:txBody>
          <a:bodyPr anchorCtr="0" anchor="t" bIns="0" lIns="0" spcFirstLastPara="1" rIns="91425" wrap="square" tIns="0">
            <a:noAutofit/>
          </a:bodyPr>
          <a:lstStyle>
            <a:lvl1pPr lvl="0" algn="l">
              <a:lnSpc>
                <a:spcPct val="80000"/>
              </a:lnSpc>
              <a:spcBef>
                <a:spcPts val="0"/>
              </a:spcBef>
              <a:spcAft>
                <a:spcPts val="0"/>
              </a:spcAft>
              <a:buClr>
                <a:schemeClr val="dk1"/>
              </a:buClr>
              <a:buSzPts val="3000"/>
              <a:buFont typeface="Calibri"/>
              <a:buNone/>
              <a:defRPr sz="7500"/>
            </a:lvl1pPr>
            <a:lvl2pPr lvl="1">
              <a:lnSpc>
                <a:spcPct val="80000"/>
              </a:lnSpc>
              <a:spcBef>
                <a:spcPts val="0"/>
              </a:spcBef>
              <a:spcAft>
                <a:spcPts val="0"/>
              </a:spcAft>
              <a:buSzPts val="3000"/>
              <a:buFont typeface="Quantico"/>
              <a:buNone/>
              <a:defRPr sz="7500">
                <a:latin typeface="Quantico"/>
                <a:ea typeface="Quantico"/>
                <a:cs typeface="Quantico"/>
                <a:sym typeface="Quantico"/>
              </a:defRPr>
            </a:lvl2pPr>
            <a:lvl3pPr lvl="2">
              <a:lnSpc>
                <a:spcPct val="80000"/>
              </a:lnSpc>
              <a:spcBef>
                <a:spcPts val="0"/>
              </a:spcBef>
              <a:spcAft>
                <a:spcPts val="0"/>
              </a:spcAft>
              <a:buSzPts val="3000"/>
              <a:buFont typeface="Quantico"/>
              <a:buNone/>
              <a:defRPr sz="7500">
                <a:latin typeface="Quantico"/>
                <a:ea typeface="Quantico"/>
                <a:cs typeface="Quantico"/>
                <a:sym typeface="Quantico"/>
              </a:defRPr>
            </a:lvl3pPr>
            <a:lvl4pPr lvl="3">
              <a:lnSpc>
                <a:spcPct val="80000"/>
              </a:lnSpc>
              <a:spcBef>
                <a:spcPts val="0"/>
              </a:spcBef>
              <a:spcAft>
                <a:spcPts val="0"/>
              </a:spcAft>
              <a:buSzPts val="3000"/>
              <a:buFont typeface="Quantico"/>
              <a:buNone/>
              <a:defRPr sz="7500">
                <a:latin typeface="Quantico"/>
                <a:ea typeface="Quantico"/>
                <a:cs typeface="Quantico"/>
                <a:sym typeface="Quantico"/>
              </a:defRPr>
            </a:lvl4pPr>
            <a:lvl5pPr lvl="4">
              <a:lnSpc>
                <a:spcPct val="80000"/>
              </a:lnSpc>
              <a:spcBef>
                <a:spcPts val="0"/>
              </a:spcBef>
              <a:spcAft>
                <a:spcPts val="0"/>
              </a:spcAft>
              <a:buSzPts val="3000"/>
              <a:buFont typeface="Quantico"/>
              <a:buNone/>
              <a:defRPr sz="7500">
                <a:latin typeface="Quantico"/>
                <a:ea typeface="Quantico"/>
                <a:cs typeface="Quantico"/>
                <a:sym typeface="Quantico"/>
              </a:defRPr>
            </a:lvl5pPr>
            <a:lvl6pPr lvl="5">
              <a:lnSpc>
                <a:spcPct val="80000"/>
              </a:lnSpc>
              <a:spcBef>
                <a:spcPts val="0"/>
              </a:spcBef>
              <a:spcAft>
                <a:spcPts val="0"/>
              </a:spcAft>
              <a:buSzPts val="3000"/>
              <a:buFont typeface="Quantico"/>
              <a:buNone/>
              <a:defRPr sz="7500">
                <a:latin typeface="Quantico"/>
                <a:ea typeface="Quantico"/>
                <a:cs typeface="Quantico"/>
                <a:sym typeface="Quantico"/>
              </a:defRPr>
            </a:lvl6pPr>
            <a:lvl7pPr lvl="6">
              <a:lnSpc>
                <a:spcPct val="80000"/>
              </a:lnSpc>
              <a:spcBef>
                <a:spcPts val="0"/>
              </a:spcBef>
              <a:spcAft>
                <a:spcPts val="0"/>
              </a:spcAft>
              <a:buSzPts val="3000"/>
              <a:buFont typeface="Quantico"/>
              <a:buNone/>
              <a:defRPr sz="7500">
                <a:latin typeface="Quantico"/>
                <a:ea typeface="Quantico"/>
                <a:cs typeface="Quantico"/>
                <a:sym typeface="Quantico"/>
              </a:defRPr>
            </a:lvl7pPr>
            <a:lvl8pPr lvl="7">
              <a:lnSpc>
                <a:spcPct val="80000"/>
              </a:lnSpc>
              <a:spcBef>
                <a:spcPts val="0"/>
              </a:spcBef>
              <a:spcAft>
                <a:spcPts val="0"/>
              </a:spcAft>
              <a:buSzPts val="3000"/>
              <a:buFont typeface="Quantico"/>
              <a:buNone/>
              <a:defRPr sz="7500">
                <a:latin typeface="Quantico"/>
                <a:ea typeface="Quantico"/>
                <a:cs typeface="Quantico"/>
                <a:sym typeface="Quantico"/>
              </a:defRPr>
            </a:lvl8pPr>
            <a:lvl9pPr lvl="8">
              <a:lnSpc>
                <a:spcPct val="80000"/>
              </a:lnSpc>
              <a:spcBef>
                <a:spcPts val="0"/>
              </a:spcBef>
              <a:spcAft>
                <a:spcPts val="0"/>
              </a:spcAft>
              <a:buSzPts val="3000"/>
              <a:buFont typeface="Quantico"/>
              <a:buNone/>
              <a:defRPr sz="7500">
                <a:latin typeface="Quantico"/>
                <a:ea typeface="Quantico"/>
                <a:cs typeface="Quantico"/>
                <a:sym typeface="Quantico"/>
              </a:defRPr>
            </a:lvl9pPr>
          </a:lstStyle>
          <a:p/>
        </p:txBody>
      </p:sp>
      <p:sp>
        <p:nvSpPr>
          <p:cNvPr id="13" name="Google Shape;13;p29"/>
          <p:cNvSpPr txBox="1"/>
          <p:nvPr>
            <p:ph idx="1" type="subTitle"/>
          </p:nvPr>
        </p:nvSpPr>
        <p:spPr>
          <a:xfrm>
            <a:off x="958450" y="4298625"/>
            <a:ext cx="2008500" cy="452700"/>
          </a:xfrm>
          <a:prstGeom prst="rect">
            <a:avLst/>
          </a:prstGeom>
          <a:noFill/>
          <a:ln>
            <a:noFill/>
          </a:ln>
        </p:spPr>
        <p:txBody>
          <a:bodyPr anchorCtr="0" anchor="t" bIns="0" lIns="0" spcFirstLastPara="1" rIns="91425" wrap="square" tIns="0">
            <a:noAutofit/>
          </a:bodyPr>
          <a:lstStyle>
            <a:lvl1pPr lvl="0" algn="l">
              <a:lnSpc>
                <a:spcPct val="115000"/>
              </a:lnSpc>
              <a:spcBef>
                <a:spcPts val="0"/>
              </a:spcBef>
              <a:spcAft>
                <a:spcPts val="0"/>
              </a:spcAft>
              <a:buClr>
                <a:schemeClr val="dk1"/>
              </a:buClr>
              <a:buSzPts val="1100"/>
              <a:buNone/>
              <a:defRPr>
                <a:solidFill>
                  <a:schemeClr val="dk1"/>
                </a:solidFill>
              </a:defRPr>
            </a:lvl1pPr>
            <a:lvl2pPr lvl="1" algn="l">
              <a:lnSpc>
                <a:spcPct val="115000"/>
              </a:lnSpc>
              <a:spcBef>
                <a:spcPts val="1000"/>
              </a:spcBef>
              <a:spcAft>
                <a:spcPts val="0"/>
              </a:spcAft>
              <a:buClr>
                <a:schemeClr val="dk1"/>
              </a:buClr>
              <a:buSzPts val="1100"/>
              <a:buNone/>
              <a:defRPr>
                <a:solidFill>
                  <a:schemeClr val="dk1"/>
                </a:solidFill>
              </a:defRPr>
            </a:lvl2pPr>
            <a:lvl3pPr lvl="2" algn="l">
              <a:lnSpc>
                <a:spcPct val="115000"/>
              </a:lnSpc>
              <a:spcBef>
                <a:spcPts val="1000"/>
              </a:spcBef>
              <a:spcAft>
                <a:spcPts val="0"/>
              </a:spcAft>
              <a:buClr>
                <a:schemeClr val="dk1"/>
              </a:buClr>
              <a:buSzPts val="1100"/>
              <a:buNone/>
              <a:defRPr>
                <a:solidFill>
                  <a:schemeClr val="dk1"/>
                </a:solidFill>
              </a:defRPr>
            </a:lvl3pPr>
            <a:lvl4pPr lvl="3" algn="l">
              <a:lnSpc>
                <a:spcPct val="115000"/>
              </a:lnSpc>
              <a:spcBef>
                <a:spcPts val="1000"/>
              </a:spcBef>
              <a:spcAft>
                <a:spcPts val="0"/>
              </a:spcAft>
              <a:buClr>
                <a:schemeClr val="dk1"/>
              </a:buClr>
              <a:buSzPts val="1100"/>
              <a:buNone/>
              <a:defRPr>
                <a:solidFill>
                  <a:schemeClr val="dk1"/>
                </a:solidFill>
              </a:defRPr>
            </a:lvl4pPr>
            <a:lvl5pPr lvl="4" algn="l">
              <a:lnSpc>
                <a:spcPct val="115000"/>
              </a:lnSpc>
              <a:spcBef>
                <a:spcPts val="1000"/>
              </a:spcBef>
              <a:spcAft>
                <a:spcPts val="0"/>
              </a:spcAft>
              <a:buClr>
                <a:schemeClr val="dk1"/>
              </a:buClr>
              <a:buSzPts val="1100"/>
              <a:buNone/>
              <a:defRPr>
                <a:solidFill>
                  <a:schemeClr val="dk1"/>
                </a:solidFill>
              </a:defRPr>
            </a:lvl5pPr>
            <a:lvl6pPr lvl="5" algn="l">
              <a:lnSpc>
                <a:spcPct val="115000"/>
              </a:lnSpc>
              <a:spcBef>
                <a:spcPts val="1000"/>
              </a:spcBef>
              <a:spcAft>
                <a:spcPts val="0"/>
              </a:spcAft>
              <a:buClr>
                <a:schemeClr val="dk1"/>
              </a:buClr>
              <a:buSzPts val="1100"/>
              <a:buNone/>
              <a:defRPr>
                <a:solidFill>
                  <a:schemeClr val="dk1"/>
                </a:solidFill>
              </a:defRPr>
            </a:lvl6pPr>
            <a:lvl7pPr lvl="6" algn="l">
              <a:lnSpc>
                <a:spcPct val="115000"/>
              </a:lnSpc>
              <a:spcBef>
                <a:spcPts val="1000"/>
              </a:spcBef>
              <a:spcAft>
                <a:spcPts val="0"/>
              </a:spcAft>
              <a:buClr>
                <a:schemeClr val="dk1"/>
              </a:buClr>
              <a:buSzPts val="1100"/>
              <a:buNone/>
              <a:defRPr>
                <a:solidFill>
                  <a:schemeClr val="dk1"/>
                </a:solidFill>
              </a:defRPr>
            </a:lvl7pPr>
            <a:lvl8pPr lvl="7" algn="l">
              <a:lnSpc>
                <a:spcPct val="115000"/>
              </a:lnSpc>
              <a:spcBef>
                <a:spcPts val="1000"/>
              </a:spcBef>
              <a:spcAft>
                <a:spcPts val="0"/>
              </a:spcAft>
              <a:buClr>
                <a:schemeClr val="dk1"/>
              </a:buClr>
              <a:buSzPts val="1100"/>
              <a:buNone/>
              <a:defRPr>
                <a:solidFill>
                  <a:schemeClr val="dk1"/>
                </a:solidFill>
              </a:defRPr>
            </a:lvl8pPr>
            <a:lvl9pPr lvl="8" algn="l">
              <a:lnSpc>
                <a:spcPct val="115000"/>
              </a:lnSpc>
              <a:spcBef>
                <a:spcPts val="1000"/>
              </a:spcBef>
              <a:spcAft>
                <a:spcPts val="1000"/>
              </a:spcAft>
              <a:buClr>
                <a:schemeClr val="dk1"/>
              </a:buClr>
              <a:buSzPts val="1100"/>
              <a:buNone/>
              <a:defRPr>
                <a:solidFill>
                  <a:schemeClr val="dk1"/>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Alt 2">
  <p:cSld name="Agenda - Alt 2">
    <p:spTree>
      <p:nvGrpSpPr>
        <p:cNvPr id="14" name="Shape 14"/>
        <p:cNvGrpSpPr/>
        <p:nvPr/>
      </p:nvGrpSpPr>
      <p:grpSpPr>
        <a:xfrm>
          <a:off x="0" y="0"/>
          <a:ext cx="0" cy="0"/>
          <a:chOff x="0" y="0"/>
          <a:chExt cx="0" cy="0"/>
        </a:xfrm>
      </p:grpSpPr>
      <p:sp>
        <p:nvSpPr>
          <p:cNvPr id="15" name="Google Shape;15;p30"/>
          <p:cNvSpPr txBox="1"/>
          <p:nvPr>
            <p:ph idx="1" type="subTitle"/>
          </p:nvPr>
        </p:nvSpPr>
        <p:spPr>
          <a:xfrm>
            <a:off x="411875" y="389750"/>
            <a:ext cx="2237100" cy="816900"/>
          </a:xfrm>
          <a:prstGeom prst="rect">
            <a:avLst/>
          </a:prstGeom>
          <a:noFill/>
          <a:ln>
            <a:noFill/>
          </a:ln>
        </p:spPr>
        <p:txBody>
          <a:bodyPr anchorCtr="0" anchor="t" bIns="0" lIns="0" spcFirstLastPara="1" rIns="91425" wrap="square" tIns="0">
            <a:noAutofit/>
          </a:bodyPr>
          <a:lstStyle>
            <a:lvl1pPr lvl="0"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1pPr>
            <a:lvl2pPr lvl="1"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2pPr>
            <a:lvl3pPr lvl="2"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3pPr>
            <a:lvl4pPr lvl="3"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4pPr>
            <a:lvl5pPr lvl="4"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5pPr>
            <a:lvl6pPr lvl="5"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6pPr>
            <a:lvl7pPr lvl="6"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7pPr>
            <a:lvl8pPr lvl="7"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8pPr>
            <a:lvl9pPr lvl="8"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9pPr>
          </a:lstStyle>
          <a:p/>
        </p:txBody>
      </p:sp>
      <p:sp>
        <p:nvSpPr>
          <p:cNvPr id="16" name="Google Shape;16;p30"/>
          <p:cNvSpPr txBox="1"/>
          <p:nvPr>
            <p:ph idx="2" type="subTitle"/>
          </p:nvPr>
        </p:nvSpPr>
        <p:spPr>
          <a:xfrm>
            <a:off x="3469838" y="218278"/>
            <a:ext cx="5659800" cy="452700"/>
          </a:xfrm>
          <a:prstGeom prst="rect">
            <a:avLst/>
          </a:prstGeom>
          <a:noFill/>
          <a:ln>
            <a:noFill/>
          </a:ln>
        </p:spPr>
        <p:txBody>
          <a:bodyPr anchorCtr="0" anchor="ctr" bIns="0" lIns="0" spcFirstLastPara="1" rIns="91425" wrap="square" tIns="0">
            <a:noAutofit/>
          </a:bodyPr>
          <a:lstStyle>
            <a:lvl1pPr lvl="0" algn="l">
              <a:lnSpc>
                <a:spcPct val="80000"/>
              </a:lnSpc>
              <a:spcBef>
                <a:spcPts val="0"/>
              </a:spcBef>
              <a:spcAft>
                <a:spcPts val="0"/>
              </a:spcAft>
              <a:buClr>
                <a:schemeClr val="accent6"/>
              </a:buClr>
              <a:buSzPts val="1000"/>
              <a:buNone/>
              <a:defRPr sz="2200">
                <a:solidFill>
                  <a:schemeClr val="accent6"/>
                </a:solidFill>
              </a:defRPr>
            </a:lvl1pPr>
            <a:lvl2pPr lvl="1" algn="l">
              <a:lnSpc>
                <a:spcPct val="80000"/>
              </a:lnSpc>
              <a:spcBef>
                <a:spcPts val="0"/>
              </a:spcBef>
              <a:spcAft>
                <a:spcPts val="0"/>
              </a:spcAft>
              <a:buClr>
                <a:schemeClr val="accent6"/>
              </a:buClr>
              <a:buSzPts val="1000"/>
              <a:buNone/>
              <a:defRPr sz="2200">
                <a:solidFill>
                  <a:schemeClr val="accent6"/>
                </a:solidFill>
              </a:defRPr>
            </a:lvl2pPr>
            <a:lvl3pPr lvl="2" algn="l">
              <a:lnSpc>
                <a:spcPct val="80000"/>
              </a:lnSpc>
              <a:spcBef>
                <a:spcPts val="0"/>
              </a:spcBef>
              <a:spcAft>
                <a:spcPts val="0"/>
              </a:spcAft>
              <a:buClr>
                <a:schemeClr val="accent6"/>
              </a:buClr>
              <a:buSzPts val="1000"/>
              <a:buNone/>
              <a:defRPr sz="2200">
                <a:solidFill>
                  <a:schemeClr val="accent6"/>
                </a:solidFill>
              </a:defRPr>
            </a:lvl3pPr>
            <a:lvl4pPr lvl="3" algn="l">
              <a:lnSpc>
                <a:spcPct val="80000"/>
              </a:lnSpc>
              <a:spcBef>
                <a:spcPts val="0"/>
              </a:spcBef>
              <a:spcAft>
                <a:spcPts val="0"/>
              </a:spcAft>
              <a:buClr>
                <a:schemeClr val="accent6"/>
              </a:buClr>
              <a:buSzPts val="1000"/>
              <a:buNone/>
              <a:defRPr sz="2200">
                <a:solidFill>
                  <a:schemeClr val="accent6"/>
                </a:solidFill>
              </a:defRPr>
            </a:lvl4pPr>
            <a:lvl5pPr lvl="4" algn="l">
              <a:lnSpc>
                <a:spcPct val="80000"/>
              </a:lnSpc>
              <a:spcBef>
                <a:spcPts val="0"/>
              </a:spcBef>
              <a:spcAft>
                <a:spcPts val="0"/>
              </a:spcAft>
              <a:buClr>
                <a:schemeClr val="accent6"/>
              </a:buClr>
              <a:buSzPts val="1000"/>
              <a:buNone/>
              <a:defRPr sz="2200">
                <a:solidFill>
                  <a:schemeClr val="accent6"/>
                </a:solidFill>
              </a:defRPr>
            </a:lvl5pPr>
            <a:lvl6pPr lvl="5" algn="l">
              <a:lnSpc>
                <a:spcPct val="80000"/>
              </a:lnSpc>
              <a:spcBef>
                <a:spcPts val="0"/>
              </a:spcBef>
              <a:spcAft>
                <a:spcPts val="0"/>
              </a:spcAft>
              <a:buClr>
                <a:schemeClr val="accent6"/>
              </a:buClr>
              <a:buSzPts val="1000"/>
              <a:buNone/>
              <a:defRPr sz="2200">
                <a:solidFill>
                  <a:schemeClr val="accent6"/>
                </a:solidFill>
              </a:defRPr>
            </a:lvl6pPr>
            <a:lvl7pPr lvl="6" algn="l">
              <a:lnSpc>
                <a:spcPct val="80000"/>
              </a:lnSpc>
              <a:spcBef>
                <a:spcPts val="0"/>
              </a:spcBef>
              <a:spcAft>
                <a:spcPts val="0"/>
              </a:spcAft>
              <a:buClr>
                <a:schemeClr val="accent6"/>
              </a:buClr>
              <a:buSzPts val="1000"/>
              <a:buNone/>
              <a:defRPr sz="2200">
                <a:solidFill>
                  <a:schemeClr val="accent6"/>
                </a:solidFill>
              </a:defRPr>
            </a:lvl7pPr>
            <a:lvl8pPr lvl="7" algn="l">
              <a:lnSpc>
                <a:spcPct val="80000"/>
              </a:lnSpc>
              <a:spcBef>
                <a:spcPts val="0"/>
              </a:spcBef>
              <a:spcAft>
                <a:spcPts val="0"/>
              </a:spcAft>
              <a:buClr>
                <a:schemeClr val="accent6"/>
              </a:buClr>
              <a:buSzPts val="1000"/>
              <a:buNone/>
              <a:defRPr sz="2200">
                <a:solidFill>
                  <a:schemeClr val="accent6"/>
                </a:solidFill>
              </a:defRPr>
            </a:lvl8pPr>
            <a:lvl9pPr lvl="8" algn="l">
              <a:lnSpc>
                <a:spcPct val="80000"/>
              </a:lnSpc>
              <a:spcBef>
                <a:spcPts val="0"/>
              </a:spcBef>
              <a:spcAft>
                <a:spcPts val="0"/>
              </a:spcAft>
              <a:buClr>
                <a:schemeClr val="accent6"/>
              </a:buClr>
              <a:buSzPts val="1000"/>
              <a:buNone/>
              <a:defRPr sz="2200">
                <a:solidFill>
                  <a:schemeClr val="accent6"/>
                </a:solidFill>
              </a:defRPr>
            </a:lvl9pPr>
          </a:lstStyle>
          <a:p/>
        </p:txBody>
      </p:sp>
      <p:sp>
        <p:nvSpPr>
          <p:cNvPr id="17" name="Google Shape;17;p30"/>
          <p:cNvSpPr txBox="1"/>
          <p:nvPr>
            <p:ph idx="3" type="subTitle"/>
          </p:nvPr>
        </p:nvSpPr>
        <p:spPr>
          <a:xfrm>
            <a:off x="3469838" y="1064402"/>
            <a:ext cx="5659800" cy="452700"/>
          </a:xfrm>
          <a:prstGeom prst="rect">
            <a:avLst/>
          </a:prstGeom>
          <a:noFill/>
          <a:ln>
            <a:noFill/>
          </a:ln>
        </p:spPr>
        <p:txBody>
          <a:bodyPr anchorCtr="0" anchor="ctr" bIns="0" lIns="0" spcFirstLastPara="1" rIns="91425" wrap="square" tIns="0">
            <a:noAutofit/>
          </a:bodyPr>
          <a:lstStyle>
            <a:lvl1pPr lvl="0" algn="l">
              <a:lnSpc>
                <a:spcPct val="80000"/>
              </a:lnSpc>
              <a:spcBef>
                <a:spcPts val="0"/>
              </a:spcBef>
              <a:spcAft>
                <a:spcPts val="0"/>
              </a:spcAft>
              <a:buClr>
                <a:schemeClr val="accent6"/>
              </a:buClr>
              <a:buSzPts val="1000"/>
              <a:buNone/>
              <a:defRPr sz="2200">
                <a:solidFill>
                  <a:schemeClr val="accent6"/>
                </a:solidFill>
              </a:defRPr>
            </a:lvl1pPr>
            <a:lvl2pPr lvl="1" algn="l">
              <a:lnSpc>
                <a:spcPct val="80000"/>
              </a:lnSpc>
              <a:spcBef>
                <a:spcPts val="0"/>
              </a:spcBef>
              <a:spcAft>
                <a:spcPts val="0"/>
              </a:spcAft>
              <a:buClr>
                <a:schemeClr val="accent6"/>
              </a:buClr>
              <a:buSzPts val="1000"/>
              <a:buNone/>
              <a:defRPr sz="2200">
                <a:solidFill>
                  <a:schemeClr val="accent6"/>
                </a:solidFill>
              </a:defRPr>
            </a:lvl2pPr>
            <a:lvl3pPr lvl="2" algn="l">
              <a:lnSpc>
                <a:spcPct val="80000"/>
              </a:lnSpc>
              <a:spcBef>
                <a:spcPts val="0"/>
              </a:spcBef>
              <a:spcAft>
                <a:spcPts val="0"/>
              </a:spcAft>
              <a:buClr>
                <a:schemeClr val="accent6"/>
              </a:buClr>
              <a:buSzPts val="1000"/>
              <a:buNone/>
              <a:defRPr sz="2200">
                <a:solidFill>
                  <a:schemeClr val="accent6"/>
                </a:solidFill>
              </a:defRPr>
            </a:lvl3pPr>
            <a:lvl4pPr lvl="3" algn="l">
              <a:lnSpc>
                <a:spcPct val="80000"/>
              </a:lnSpc>
              <a:spcBef>
                <a:spcPts val="0"/>
              </a:spcBef>
              <a:spcAft>
                <a:spcPts val="0"/>
              </a:spcAft>
              <a:buClr>
                <a:schemeClr val="accent6"/>
              </a:buClr>
              <a:buSzPts val="1000"/>
              <a:buNone/>
              <a:defRPr sz="2200">
                <a:solidFill>
                  <a:schemeClr val="accent6"/>
                </a:solidFill>
              </a:defRPr>
            </a:lvl4pPr>
            <a:lvl5pPr lvl="4" algn="l">
              <a:lnSpc>
                <a:spcPct val="80000"/>
              </a:lnSpc>
              <a:spcBef>
                <a:spcPts val="0"/>
              </a:spcBef>
              <a:spcAft>
                <a:spcPts val="0"/>
              </a:spcAft>
              <a:buClr>
                <a:schemeClr val="accent6"/>
              </a:buClr>
              <a:buSzPts val="1000"/>
              <a:buNone/>
              <a:defRPr sz="2200">
                <a:solidFill>
                  <a:schemeClr val="accent6"/>
                </a:solidFill>
              </a:defRPr>
            </a:lvl5pPr>
            <a:lvl6pPr lvl="5" algn="l">
              <a:lnSpc>
                <a:spcPct val="80000"/>
              </a:lnSpc>
              <a:spcBef>
                <a:spcPts val="0"/>
              </a:spcBef>
              <a:spcAft>
                <a:spcPts val="0"/>
              </a:spcAft>
              <a:buClr>
                <a:schemeClr val="accent6"/>
              </a:buClr>
              <a:buSzPts val="1000"/>
              <a:buNone/>
              <a:defRPr sz="2200">
                <a:solidFill>
                  <a:schemeClr val="accent6"/>
                </a:solidFill>
              </a:defRPr>
            </a:lvl6pPr>
            <a:lvl7pPr lvl="6" algn="l">
              <a:lnSpc>
                <a:spcPct val="80000"/>
              </a:lnSpc>
              <a:spcBef>
                <a:spcPts val="0"/>
              </a:spcBef>
              <a:spcAft>
                <a:spcPts val="0"/>
              </a:spcAft>
              <a:buClr>
                <a:schemeClr val="accent6"/>
              </a:buClr>
              <a:buSzPts val="1000"/>
              <a:buNone/>
              <a:defRPr sz="2200">
                <a:solidFill>
                  <a:schemeClr val="accent6"/>
                </a:solidFill>
              </a:defRPr>
            </a:lvl7pPr>
            <a:lvl8pPr lvl="7" algn="l">
              <a:lnSpc>
                <a:spcPct val="80000"/>
              </a:lnSpc>
              <a:spcBef>
                <a:spcPts val="0"/>
              </a:spcBef>
              <a:spcAft>
                <a:spcPts val="0"/>
              </a:spcAft>
              <a:buClr>
                <a:schemeClr val="accent6"/>
              </a:buClr>
              <a:buSzPts val="1000"/>
              <a:buNone/>
              <a:defRPr sz="2200">
                <a:solidFill>
                  <a:schemeClr val="accent6"/>
                </a:solidFill>
              </a:defRPr>
            </a:lvl8pPr>
            <a:lvl9pPr lvl="8" algn="l">
              <a:lnSpc>
                <a:spcPct val="80000"/>
              </a:lnSpc>
              <a:spcBef>
                <a:spcPts val="0"/>
              </a:spcBef>
              <a:spcAft>
                <a:spcPts val="0"/>
              </a:spcAft>
              <a:buClr>
                <a:schemeClr val="accent6"/>
              </a:buClr>
              <a:buSzPts val="1000"/>
              <a:buNone/>
              <a:defRPr sz="2200">
                <a:solidFill>
                  <a:schemeClr val="accent6"/>
                </a:solidFill>
              </a:defRPr>
            </a:lvl9pPr>
          </a:lstStyle>
          <a:p/>
        </p:txBody>
      </p:sp>
      <p:sp>
        <p:nvSpPr>
          <p:cNvPr id="18" name="Google Shape;18;p30"/>
          <p:cNvSpPr txBox="1"/>
          <p:nvPr>
            <p:ph idx="4" type="subTitle"/>
          </p:nvPr>
        </p:nvSpPr>
        <p:spPr>
          <a:xfrm>
            <a:off x="3469838" y="1923965"/>
            <a:ext cx="5659800" cy="452700"/>
          </a:xfrm>
          <a:prstGeom prst="rect">
            <a:avLst/>
          </a:prstGeom>
          <a:noFill/>
          <a:ln>
            <a:noFill/>
          </a:ln>
        </p:spPr>
        <p:txBody>
          <a:bodyPr anchorCtr="0" anchor="ctr" bIns="0" lIns="0" spcFirstLastPara="1" rIns="91425" wrap="square" tIns="0">
            <a:noAutofit/>
          </a:bodyPr>
          <a:lstStyle>
            <a:lvl1pPr lvl="0" algn="l">
              <a:lnSpc>
                <a:spcPct val="80000"/>
              </a:lnSpc>
              <a:spcBef>
                <a:spcPts val="0"/>
              </a:spcBef>
              <a:spcAft>
                <a:spcPts val="0"/>
              </a:spcAft>
              <a:buClr>
                <a:schemeClr val="accent6"/>
              </a:buClr>
              <a:buSzPts val="1000"/>
              <a:buNone/>
              <a:defRPr sz="2200">
                <a:solidFill>
                  <a:schemeClr val="accent6"/>
                </a:solidFill>
              </a:defRPr>
            </a:lvl1pPr>
            <a:lvl2pPr lvl="1" algn="l">
              <a:lnSpc>
                <a:spcPct val="80000"/>
              </a:lnSpc>
              <a:spcBef>
                <a:spcPts val="0"/>
              </a:spcBef>
              <a:spcAft>
                <a:spcPts val="0"/>
              </a:spcAft>
              <a:buClr>
                <a:schemeClr val="accent6"/>
              </a:buClr>
              <a:buSzPts val="1000"/>
              <a:buNone/>
              <a:defRPr sz="2200">
                <a:solidFill>
                  <a:schemeClr val="accent6"/>
                </a:solidFill>
              </a:defRPr>
            </a:lvl2pPr>
            <a:lvl3pPr lvl="2" algn="l">
              <a:lnSpc>
                <a:spcPct val="80000"/>
              </a:lnSpc>
              <a:spcBef>
                <a:spcPts val="0"/>
              </a:spcBef>
              <a:spcAft>
                <a:spcPts val="0"/>
              </a:spcAft>
              <a:buClr>
                <a:schemeClr val="accent6"/>
              </a:buClr>
              <a:buSzPts val="1000"/>
              <a:buNone/>
              <a:defRPr sz="2200">
                <a:solidFill>
                  <a:schemeClr val="accent6"/>
                </a:solidFill>
              </a:defRPr>
            </a:lvl3pPr>
            <a:lvl4pPr lvl="3" algn="l">
              <a:lnSpc>
                <a:spcPct val="80000"/>
              </a:lnSpc>
              <a:spcBef>
                <a:spcPts val="0"/>
              </a:spcBef>
              <a:spcAft>
                <a:spcPts val="0"/>
              </a:spcAft>
              <a:buClr>
                <a:schemeClr val="accent6"/>
              </a:buClr>
              <a:buSzPts val="1000"/>
              <a:buNone/>
              <a:defRPr sz="2200">
                <a:solidFill>
                  <a:schemeClr val="accent6"/>
                </a:solidFill>
              </a:defRPr>
            </a:lvl4pPr>
            <a:lvl5pPr lvl="4" algn="l">
              <a:lnSpc>
                <a:spcPct val="80000"/>
              </a:lnSpc>
              <a:spcBef>
                <a:spcPts val="0"/>
              </a:spcBef>
              <a:spcAft>
                <a:spcPts val="0"/>
              </a:spcAft>
              <a:buClr>
                <a:schemeClr val="accent6"/>
              </a:buClr>
              <a:buSzPts val="1000"/>
              <a:buNone/>
              <a:defRPr sz="2200">
                <a:solidFill>
                  <a:schemeClr val="accent6"/>
                </a:solidFill>
              </a:defRPr>
            </a:lvl5pPr>
            <a:lvl6pPr lvl="5" algn="l">
              <a:lnSpc>
                <a:spcPct val="80000"/>
              </a:lnSpc>
              <a:spcBef>
                <a:spcPts val="0"/>
              </a:spcBef>
              <a:spcAft>
                <a:spcPts val="0"/>
              </a:spcAft>
              <a:buClr>
                <a:schemeClr val="accent6"/>
              </a:buClr>
              <a:buSzPts val="1000"/>
              <a:buNone/>
              <a:defRPr sz="2200">
                <a:solidFill>
                  <a:schemeClr val="accent6"/>
                </a:solidFill>
              </a:defRPr>
            </a:lvl6pPr>
            <a:lvl7pPr lvl="6" algn="l">
              <a:lnSpc>
                <a:spcPct val="80000"/>
              </a:lnSpc>
              <a:spcBef>
                <a:spcPts val="0"/>
              </a:spcBef>
              <a:spcAft>
                <a:spcPts val="0"/>
              </a:spcAft>
              <a:buClr>
                <a:schemeClr val="accent6"/>
              </a:buClr>
              <a:buSzPts val="1000"/>
              <a:buNone/>
              <a:defRPr sz="2200">
                <a:solidFill>
                  <a:schemeClr val="accent6"/>
                </a:solidFill>
              </a:defRPr>
            </a:lvl7pPr>
            <a:lvl8pPr lvl="7" algn="l">
              <a:lnSpc>
                <a:spcPct val="80000"/>
              </a:lnSpc>
              <a:spcBef>
                <a:spcPts val="0"/>
              </a:spcBef>
              <a:spcAft>
                <a:spcPts val="0"/>
              </a:spcAft>
              <a:buClr>
                <a:schemeClr val="accent6"/>
              </a:buClr>
              <a:buSzPts val="1000"/>
              <a:buNone/>
              <a:defRPr sz="2200">
                <a:solidFill>
                  <a:schemeClr val="accent6"/>
                </a:solidFill>
              </a:defRPr>
            </a:lvl8pPr>
            <a:lvl9pPr lvl="8" algn="l">
              <a:lnSpc>
                <a:spcPct val="80000"/>
              </a:lnSpc>
              <a:spcBef>
                <a:spcPts val="0"/>
              </a:spcBef>
              <a:spcAft>
                <a:spcPts val="0"/>
              </a:spcAft>
              <a:buClr>
                <a:schemeClr val="accent6"/>
              </a:buClr>
              <a:buSzPts val="1000"/>
              <a:buNone/>
              <a:defRPr sz="2200">
                <a:solidFill>
                  <a:schemeClr val="accent6"/>
                </a:solidFill>
              </a:defRPr>
            </a:lvl9pPr>
          </a:lstStyle>
          <a:p/>
        </p:txBody>
      </p:sp>
      <p:sp>
        <p:nvSpPr>
          <p:cNvPr id="19" name="Google Shape;19;p30"/>
          <p:cNvSpPr txBox="1"/>
          <p:nvPr>
            <p:ph idx="5" type="subTitle"/>
          </p:nvPr>
        </p:nvSpPr>
        <p:spPr>
          <a:xfrm>
            <a:off x="3469838" y="2810376"/>
            <a:ext cx="5659800" cy="452700"/>
          </a:xfrm>
          <a:prstGeom prst="rect">
            <a:avLst/>
          </a:prstGeom>
          <a:noFill/>
          <a:ln>
            <a:noFill/>
          </a:ln>
        </p:spPr>
        <p:txBody>
          <a:bodyPr anchorCtr="0" anchor="ctr" bIns="0" lIns="0" spcFirstLastPara="1" rIns="91425" wrap="square" tIns="0">
            <a:noAutofit/>
          </a:bodyPr>
          <a:lstStyle>
            <a:lvl1pPr lvl="0" algn="l">
              <a:lnSpc>
                <a:spcPct val="80000"/>
              </a:lnSpc>
              <a:spcBef>
                <a:spcPts val="0"/>
              </a:spcBef>
              <a:spcAft>
                <a:spcPts val="0"/>
              </a:spcAft>
              <a:buClr>
                <a:schemeClr val="dk1"/>
              </a:buClr>
              <a:buSzPts val="1000"/>
              <a:buNone/>
              <a:defRPr sz="2200">
                <a:solidFill>
                  <a:schemeClr val="dk1"/>
                </a:solidFill>
              </a:defRPr>
            </a:lvl1pPr>
            <a:lvl2pPr lvl="1" algn="l">
              <a:lnSpc>
                <a:spcPct val="80000"/>
              </a:lnSpc>
              <a:spcBef>
                <a:spcPts val="0"/>
              </a:spcBef>
              <a:spcAft>
                <a:spcPts val="0"/>
              </a:spcAft>
              <a:buClr>
                <a:schemeClr val="dk1"/>
              </a:buClr>
              <a:buSzPts val="1000"/>
              <a:buNone/>
              <a:defRPr sz="2200">
                <a:solidFill>
                  <a:schemeClr val="dk1"/>
                </a:solidFill>
              </a:defRPr>
            </a:lvl2pPr>
            <a:lvl3pPr lvl="2" algn="l">
              <a:lnSpc>
                <a:spcPct val="80000"/>
              </a:lnSpc>
              <a:spcBef>
                <a:spcPts val="0"/>
              </a:spcBef>
              <a:spcAft>
                <a:spcPts val="0"/>
              </a:spcAft>
              <a:buClr>
                <a:schemeClr val="dk1"/>
              </a:buClr>
              <a:buSzPts val="1000"/>
              <a:buNone/>
              <a:defRPr sz="2200">
                <a:solidFill>
                  <a:schemeClr val="dk1"/>
                </a:solidFill>
              </a:defRPr>
            </a:lvl3pPr>
            <a:lvl4pPr lvl="3" algn="l">
              <a:lnSpc>
                <a:spcPct val="80000"/>
              </a:lnSpc>
              <a:spcBef>
                <a:spcPts val="0"/>
              </a:spcBef>
              <a:spcAft>
                <a:spcPts val="0"/>
              </a:spcAft>
              <a:buClr>
                <a:schemeClr val="dk1"/>
              </a:buClr>
              <a:buSzPts val="1000"/>
              <a:buNone/>
              <a:defRPr sz="2200">
                <a:solidFill>
                  <a:schemeClr val="dk1"/>
                </a:solidFill>
              </a:defRPr>
            </a:lvl4pPr>
            <a:lvl5pPr lvl="4" algn="l">
              <a:lnSpc>
                <a:spcPct val="80000"/>
              </a:lnSpc>
              <a:spcBef>
                <a:spcPts val="0"/>
              </a:spcBef>
              <a:spcAft>
                <a:spcPts val="0"/>
              </a:spcAft>
              <a:buClr>
                <a:schemeClr val="dk1"/>
              </a:buClr>
              <a:buSzPts val="1000"/>
              <a:buNone/>
              <a:defRPr sz="2200">
                <a:solidFill>
                  <a:schemeClr val="dk1"/>
                </a:solidFill>
              </a:defRPr>
            </a:lvl5pPr>
            <a:lvl6pPr lvl="5" algn="l">
              <a:lnSpc>
                <a:spcPct val="80000"/>
              </a:lnSpc>
              <a:spcBef>
                <a:spcPts val="0"/>
              </a:spcBef>
              <a:spcAft>
                <a:spcPts val="0"/>
              </a:spcAft>
              <a:buClr>
                <a:schemeClr val="dk1"/>
              </a:buClr>
              <a:buSzPts val="1000"/>
              <a:buNone/>
              <a:defRPr sz="2200">
                <a:solidFill>
                  <a:schemeClr val="dk1"/>
                </a:solidFill>
              </a:defRPr>
            </a:lvl6pPr>
            <a:lvl7pPr lvl="6" algn="l">
              <a:lnSpc>
                <a:spcPct val="80000"/>
              </a:lnSpc>
              <a:spcBef>
                <a:spcPts val="0"/>
              </a:spcBef>
              <a:spcAft>
                <a:spcPts val="0"/>
              </a:spcAft>
              <a:buClr>
                <a:schemeClr val="dk1"/>
              </a:buClr>
              <a:buSzPts val="1000"/>
              <a:buNone/>
              <a:defRPr sz="2200">
                <a:solidFill>
                  <a:schemeClr val="dk1"/>
                </a:solidFill>
              </a:defRPr>
            </a:lvl7pPr>
            <a:lvl8pPr lvl="7" algn="l">
              <a:lnSpc>
                <a:spcPct val="80000"/>
              </a:lnSpc>
              <a:spcBef>
                <a:spcPts val="0"/>
              </a:spcBef>
              <a:spcAft>
                <a:spcPts val="0"/>
              </a:spcAft>
              <a:buClr>
                <a:schemeClr val="dk1"/>
              </a:buClr>
              <a:buSzPts val="1000"/>
              <a:buNone/>
              <a:defRPr sz="2200">
                <a:solidFill>
                  <a:schemeClr val="dk1"/>
                </a:solidFill>
              </a:defRPr>
            </a:lvl8pPr>
            <a:lvl9pPr lvl="8" algn="l">
              <a:lnSpc>
                <a:spcPct val="80000"/>
              </a:lnSpc>
              <a:spcBef>
                <a:spcPts val="0"/>
              </a:spcBef>
              <a:spcAft>
                <a:spcPts val="0"/>
              </a:spcAft>
              <a:buClr>
                <a:schemeClr val="dk1"/>
              </a:buClr>
              <a:buSzPts val="1000"/>
              <a:buNone/>
              <a:defRPr sz="2200">
                <a:solidFill>
                  <a:schemeClr val="dk1"/>
                </a:solidFill>
              </a:defRPr>
            </a:lvl9pPr>
          </a:lstStyle>
          <a:p/>
        </p:txBody>
      </p:sp>
      <p:sp>
        <p:nvSpPr>
          <p:cNvPr id="20" name="Google Shape;20;p30"/>
          <p:cNvSpPr txBox="1"/>
          <p:nvPr>
            <p:ph idx="6" type="subTitle"/>
          </p:nvPr>
        </p:nvSpPr>
        <p:spPr>
          <a:xfrm>
            <a:off x="3469838" y="3646164"/>
            <a:ext cx="5659800" cy="452700"/>
          </a:xfrm>
          <a:prstGeom prst="rect">
            <a:avLst/>
          </a:prstGeom>
          <a:noFill/>
          <a:ln>
            <a:noFill/>
          </a:ln>
        </p:spPr>
        <p:txBody>
          <a:bodyPr anchorCtr="0" anchor="ctr" bIns="0" lIns="0" spcFirstLastPara="1" rIns="91425" wrap="square" tIns="0">
            <a:noAutofit/>
          </a:bodyPr>
          <a:lstStyle>
            <a:lvl1pPr lvl="0" algn="l">
              <a:lnSpc>
                <a:spcPct val="80000"/>
              </a:lnSpc>
              <a:spcBef>
                <a:spcPts val="0"/>
              </a:spcBef>
              <a:spcAft>
                <a:spcPts val="0"/>
              </a:spcAft>
              <a:buClr>
                <a:schemeClr val="dk1"/>
              </a:buClr>
              <a:buSzPts val="1000"/>
              <a:buNone/>
              <a:defRPr sz="2200">
                <a:solidFill>
                  <a:schemeClr val="dk1"/>
                </a:solidFill>
              </a:defRPr>
            </a:lvl1pPr>
            <a:lvl2pPr lvl="1" algn="l">
              <a:lnSpc>
                <a:spcPct val="80000"/>
              </a:lnSpc>
              <a:spcBef>
                <a:spcPts val="0"/>
              </a:spcBef>
              <a:spcAft>
                <a:spcPts val="0"/>
              </a:spcAft>
              <a:buClr>
                <a:schemeClr val="dk1"/>
              </a:buClr>
              <a:buSzPts val="1000"/>
              <a:buNone/>
              <a:defRPr sz="2200">
                <a:solidFill>
                  <a:schemeClr val="dk1"/>
                </a:solidFill>
              </a:defRPr>
            </a:lvl2pPr>
            <a:lvl3pPr lvl="2" algn="l">
              <a:lnSpc>
                <a:spcPct val="80000"/>
              </a:lnSpc>
              <a:spcBef>
                <a:spcPts val="0"/>
              </a:spcBef>
              <a:spcAft>
                <a:spcPts val="0"/>
              </a:spcAft>
              <a:buClr>
                <a:schemeClr val="dk1"/>
              </a:buClr>
              <a:buSzPts val="1000"/>
              <a:buNone/>
              <a:defRPr sz="2200">
                <a:solidFill>
                  <a:schemeClr val="dk1"/>
                </a:solidFill>
              </a:defRPr>
            </a:lvl3pPr>
            <a:lvl4pPr lvl="3" algn="l">
              <a:lnSpc>
                <a:spcPct val="80000"/>
              </a:lnSpc>
              <a:spcBef>
                <a:spcPts val="0"/>
              </a:spcBef>
              <a:spcAft>
                <a:spcPts val="0"/>
              </a:spcAft>
              <a:buClr>
                <a:schemeClr val="dk1"/>
              </a:buClr>
              <a:buSzPts val="1000"/>
              <a:buNone/>
              <a:defRPr sz="2200">
                <a:solidFill>
                  <a:schemeClr val="dk1"/>
                </a:solidFill>
              </a:defRPr>
            </a:lvl4pPr>
            <a:lvl5pPr lvl="4" algn="l">
              <a:lnSpc>
                <a:spcPct val="80000"/>
              </a:lnSpc>
              <a:spcBef>
                <a:spcPts val="0"/>
              </a:spcBef>
              <a:spcAft>
                <a:spcPts val="0"/>
              </a:spcAft>
              <a:buClr>
                <a:schemeClr val="dk1"/>
              </a:buClr>
              <a:buSzPts val="1000"/>
              <a:buNone/>
              <a:defRPr sz="2200">
                <a:solidFill>
                  <a:schemeClr val="dk1"/>
                </a:solidFill>
              </a:defRPr>
            </a:lvl5pPr>
            <a:lvl6pPr lvl="5" algn="l">
              <a:lnSpc>
                <a:spcPct val="80000"/>
              </a:lnSpc>
              <a:spcBef>
                <a:spcPts val="0"/>
              </a:spcBef>
              <a:spcAft>
                <a:spcPts val="0"/>
              </a:spcAft>
              <a:buClr>
                <a:schemeClr val="dk1"/>
              </a:buClr>
              <a:buSzPts val="1000"/>
              <a:buNone/>
              <a:defRPr sz="2200">
                <a:solidFill>
                  <a:schemeClr val="dk1"/>
                </a:solidFill>
              </a:defRPr>
            </a:lvl6pPr>
            <a:lvl7pPr lvl="6" algn="l">
              <a:lnSpc>
                <a:spcPct val="80000"/>
              </a:lnSpc>
              <a:spcBef>
                <a:spcPts val="0"/>
              </a:spcBef>
              <a:spcAft>
                <a:spcPts val="0"/>
              </a:spcAft>
              <a:buClr>
                <a:schemeClr val="dk1"/>
              </a:buClr>
              <a:buSzPts val="1000"/>
              <a:buNone/>
              <a:defRPr sz="2200">
                <a:solidFill>
                  <a:schemeClr val="dk1"/>
                </a:solidFill>
              </a:defRPr>
            </a:lvl7pPr>
            <a:lvl8pPr lvl="7" algn="l">
              <a:lnSpc>
                <a:spcPct val="80000"/>
              </a:lnSpc>
              <a:spcBef>
                <a:spcPts val="0"/>
              </a:spcBef>
              <a:spcAft>
                <a:spcPts val="0"/>
              </a:spcAft>
              <a:buClr>
                <a:schemeClr val="dk1"/>
              </a:buClr>
              <a:buSzPts val="1000"/>
              <a:buNone/>
              <a:defRPr sz="2200">
                <a:solidFill>
                  <a:schemeClr val="dk1"/>
                </a:solidFill>
              </a:defRPr>
            </a:lvl8pPr>
            <a:lvl9pPr lvl="8" algn="l">
              <a:lnSpc>
                <a:spcPct val="80000"/>
              </a:lnSpc>
              <a:spcBef>
                <a:spcPts val="0"/>
              </a:spcBef>
              <a:spcAft>
                <a:spcPts val="0"/>
              </a:spcAft>
              <a:buClr>
                <a:schemeClr val="dk1"/>
              </a:buClr>
              <a:buSzPts val="1000"/>
              <a:buNone/>
              <a:defRPr sz="2200">
                <a:solidFill>
                  <a:schemeClr val="dk1"/>
                </a:solidFill>
              </a:defRPr>
            </a:lvl9pPr>
          </a:lstStyle>
          <a:p/>
        </p:txBody>
      </p:sp>
      <p:sp>
        <p:nvSpPr>
          <p:cNvPr id="21" name="Google Shape;21;p30"/>
          <p:cNvSpPr txBox="1"/>
          <p:nvPr>
            <p:ph idx="7" type="subTitle"/>
          </p:nvPr>
        </p:nvSpPr>
        <p:spPr>
          <a:xfrm>
            <a:off x="3469838" y="4530963"/>
            <a:ext cx="5659800" cy="452700"/>
          </a:xfrm>
          <a:prstGeom prst="rect">
            <a:avLst/>
          </a:prstGeom>
          <a:noFill/>
          <a:ln>
            <a:noFill/>
          </a:ln>
        </p:spPr>
        <p:txBody>
          <a:bodyPr anchorCtr="0" anchor="ctr" bIns="0" lIns="0" spcFirstLastPara="1" rIns="91425" wrap="square" tIns="0">
            <a:noAutofit/>
          </a:bodyPr>
          <a:lstStyle>
            <a:lvl1pPr lvl="0" algn="l">
              <a:lnSpc>
                <a:spcPct val="80000"/>
              </a:lnSpc>
              <a:spcBef>
                <a:spcPts val="0"/>
              </a:spcBef>
              <a:spcAft>
                <a:spcPts val="0"/>
              </a:spcAft>
              <a:buClr>
                <a:schemeClr val="dk1"/>
              </a:buClr>
              <a:buSzPts val="1000"/>
              <a:buNone/>
              <a:defRPr sz="2200">
                <a:solidFill>
                  <a:schemeClr val="dk1"/>
                </a:solidFill>
              </a:defRPr>
            </a:lvl1pPr>
            <a:lvl2pPr lvl="1" algn="l">
              <a:lnSpc>
                <a:spcPct val="80000"/>
              </a:lnSpc>
              <a:spcBef>
                <a:spcPts val="0"/>
              </a:spcBef>
              <a:spcAft>
                <a:spcPts val="0"/>
              </a:spcAft>
              <a:buClr>
                <a:schemeClr val="dk1"/>
              </a:buClr>
              <a:buSzPts val="1000"/>
              <a:buNone/>
              <a:defRPr sz="2200">
                <a:solidFill>
                  <a:schemeClr val="dk1"/>
                </a:solidFill>
              </a:defRPr>
            </a:lvl2pPr>
            <a:lvl3pPr lvl="2" algn="l">
              <a:lnSpc>
                <a:spcPct val="80000"/>
              </a:lnSpc>
              <a:spcBef>
                <a:spcPts val="0"/>
              </a:spcBef>
              <a:spcAft>
                <a:spcPts val="0"/>
              </a:spcAft>
              <a:buClr>
                <a:schemeClr val="dk1"/>
              </a:buClr>
              <a:buSzPts val="1000"/>
              <a:buNone/>
              <a:defRPr sz="2200">
                <a:solidFill>
                  <a:schemeClr val="dk1"/>
                </a:solidFill>
              </a:defRPr>
            </a:lvl3pPr>
            <a:lvl4pPr lvl="3" algn="l">
              <a:lnSpc>
                <a:spcPct val="80000"/>
              </a:lnSpc>
              <a:spcBef>
                <a:spcPts val="0"/>
              </a:spcBef>
              <a:spcAft>
                <a:spcPts val="0"/>
              </a:spcAft>
              <a:buClr>
                <a:schemeClr val="dk1"/>
              </a:buClr>
              <a:buSzPts val="1000"/>
              <a:buNone/>
              <a:defRPr sz="2200">
                <a:solidFill>
                  <a:schemeClr val="dk1"/>
                </a:solidFill>
              </a:defRPr>
            </a:lvl4pPr>
            <a:lvl5pPr lvl="4" algn="l">
              <a:lnSpc>
                <a:spcPct val="80000"/>
              </a:lnSpc>
              <a:spcBef>
                <a:spcPts val="0"/>
              </a:spcBef>
              <a:spcAft>
                <a:spcPts val="0"/>
              </a:spcAft>
              <a:buClr>
                <a:schemeClr val="dk1"/>
              </a:buClr>
              <a:buSzPts val="1000"/>
              <a:buNone/>
              <a:defRPr sz="2200">
                <a:solidFill>
                  <a:schemeClr val="dk1"/>
                </a:solidFill>
              </a:defRPr>
            </a:lvl5pPr>
            <a:lvl6pPr lvl="5" algn="l">
              <a:lnSpc>
                <a:spcPct val="80000"/>
              </a:lnSpc>
              <a:spcBef>
                <a:spcPts val="0"/>
              </a:spcBef>
              <a:spcAft>
                <a:spcPts val="0"/>
              </a:spcAft>
              <a:buClr>
                <a:schemeClr val="dk1"/>
              </a:buClr>
              <a:buSzPts val="1000"/>
              <a:buNone/>
              <a:defRPr sz="2200">
                <a:solidFill>
                  <a:schemeClr val="dk1"/>
                </a:solidFill>
              </a:defRPr>
            </a:lvl6pPr>
            <a:lvl7pPr lvl="6" algn="l">
              <a:lnSpc>
                <a:spcPct val="80000"/>
              </a:lnSpc>
              <a:spcBef>
                <a:spcPts val="0"/>
              </a:spcBef>
              <a:spcAft>
                <a:spcPts val="0"/>
              </a:spcAft>
              <a:buClr>
                <a:schemeClr val="dk1"/>
              </a:buClr>
              <a:buSzPts val="1000"/>
              <a:buNone/>
              <a:defRPr sz="2200">
                <a:solidFill>
                  <a:schemeClr val="dk1"/>
                </a:solidFill>
              </a:defRPr>
            </a:lvl7pPr>
            <a:lvl8pPr lvl="7" algn="l">
              <a:lnSpc>
                <a:spcPct val="80000"/>
              </a:lnSpc>
              <a:spcBef>
                <a:spcPts val="0"/>
              </a:spcBef>
              <a:spcAft>
                <a:spcPts val="0"/>
              </a:spcAft>
              <a:buClr>
                <a:schemeClr val="dk1"/>
              </a:buClr>
              <a:buSzPts val="1000"/>
              <a:buNone/>
              <a:defRPr sz="2200">
                <a:solidFill>
                  <a:schemeClr val="dk1"/>
                </a:solidFill>
              </a:defRPr>
            </a:lvl8pPr>
            <a:lvl9pPr lvl="8" algn="l">
              <a:lnSpc>
                <a:spcPct val="80000"/>
              </a:lnSpc>
              <a:spcBef>
                <a:spcPts val="0"/>
              </a:spcBef>
              <a:spcAft>
                <a:spcPts val="0"/>
              </a:spcAft>
              <a:buClr>
                <a:schemeClr val="dk1"/>
              </a:buClr>
              <a:buSzPts val="1000"/>
              <a:buNone/>
              <a:defRPr sz="2200">
                <a:solidFill>
                  <a:schemeClr val="dk1"/>
                </a:solidFil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1">
  <p:cSld name="Title and body - Alt 1">
    <p:spTree>
      <p:nvGrpSpPr>
        <p:cNvPr id="22" name="Shape 22"/>
        <p:cNvGrpSpPr/>
        <p:nvPr/>
      </p:nvGrpSpPr>
      <p:grpSpPr>
        <a:xfrm>
          <a:off x="0" y="0"/>
          <a:ext cx="0" cy="0"/>
          <a:chOff x="0" y="0"/>
          <a:chExt cx="0" cy="0"/>
        </a:xfrm>
      </p:grpSpPr>
      <p:sp>
        <p:nvSpPr>
          <p:cNvPr id="23" name="Google Shape;23;p31"/>
          <p:cNvSpPr txBox="1"/>
          <p:nvPr>
            <p:ph type="title"/>
          </p:nvPr>
        </p:nvSpPr>
        <p:spPr>
          <a:xfrm>
            <a:off x="941650" y="795275"/>
            <a:ext cx="2861400" cy="8166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accent6"/>
              </a:buClr>
              <a:buSzPts val="3000"/>
              <a:buFont typeface="Calibri"/>
              <a:buNone/>
              <a:defRPr sz="2400">
                <a:solidFill>
                  <a:schemeClr val="accent6"/>
                </a:solidFill>
              </a:defRPr>
            </a:lvl1pPr>
            <a:lvl2pPr lvl="1">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2pPr>
            <a:lvl3pPr lvl="2">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3pPr>
            <a:lvl4pPr lvl="3">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4pPr>
            <a:lvl5pPr lvl="4">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5pPr>
            <a:lvl6pPr lvl="5">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6pPr>
            <a:lvl7pPr lvl="6">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7pPr>
            <a:lvl8pPr lvl="7">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8pPr>
            <a:lvl9pPr lvl="8">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9pPr>
          </a:lstStyle>
          <a:p/>
        </p:txBody>
      </p:sp>
      <p:sp>
        <p:nvSpPr>
          <p:cNvPr id="24" name="Google Shape;24;p31"/>
          <p:cNvSpPr txBox="1"/>
          <p:nvPr>
            <p:ph idx="2" type="title"/>
          </p:nvPr>
        </p:nvSpPr>
        <p:spPr>
          <a:xfrm>
            <a:off x="4399600" y="835425"/>
            <a:ext cx="2703600" cy="7722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p:txBody>
      </p:sp>
      <p:sp>
        <p:nvSpPr>
          <p:cNvPr id="25" name="Google Shape;25;p31"/>
          <p:cNvSpPr txBox="1"/>
          <p:nvPr>
            <p:ph idx="3" type="title"/>
          </p:nvPr>
        </p:nvSpPr>
        <p:spPr>
          <a:xfrm>
            <a:off x="6496050" y="835425"/>
            <a:ext cx="2703600" cy="7722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p:txBody>
      </p:sp>
      <p:sp>
        <p:nvSpPr>
          <p:cNvPr id="26" name="Google Shape;26;p31"/>
          <p:cNvSpPr txBox="1"/>
          <p:nvPr>
            <p:ph idx="4" type="title"/>
          </p:nvPr>
        </p:nvSpPr>
        <p:spPr>
          <a:xfrm>
            <a:off x="4385600" y="2797575"/>
            <a:ext cx="2703600" cy="7722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p:txBody>
      </p:sp>
      <p:sp>
        <p:nvSpPr>
          <p:cNvPr id="27" name="Google Shape;27;p31"/>
          <p:cNvSpPr txBox="1"/>
          <p:nvPr>
            <p:ph idx="5" type="title"/>
          </p:nvPr>
        </p:nvSpPr>
        <p:spPr>
          <a:xfrm>
            <a:off x="6496050" y="2797575"/>
            <a:ext cx="2703600" cy="7722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p:txBody>
      </p:sp>
      <p:sp>
        <p:nvSpPr>
          <p:cNvPr id="28" name="Google Shape;28;p31"/>
          <p:cNvSpPr txBox="1"/>
          <p:nvPr>
            <p:ph idx="6" type="title"/>
          </p:nvPr>
        </p:nvSpPr>
        <p:spPr>
          <a:xfrm>
            <a:off x="4423700" y="1379550"/>
            <a:ext cx="1703700" cy="772200"/>
          </a:xfrm>
          <a:prstGeom prst="rect">
            <a:avLst/>
          </a:prstGeom>
          <a:noFill/>
          <a:ln>
            <a:noFill/>
          </a:ln>
        </p:spPr>
        <p:txBody>
          <a:bodyPr anchorCtr="0" anchor="t" bIns="0" lIns="0" spcFirstLastPara="1" rIns="91425" wrap="square" tIns="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p:txBody>
      </p:sp>
      <p:sp>
        <p:nvSpPr>
          <p:cNvPr id="29" name="Google Shape;29;p31"/>
          <p:cNvSpPr txBox="1"/>
          <p:nvPr>
            <p:ph idx="7" type="title"/>
          </p:nvPr>
        </p:nvSpPr>
        <p:spPr>
          <a:xfrm>
            <a:off x="6562725" y="1379550"/>
            <a:ext cx="1703700" cy="772200"/>
          </a:xfrm>
          <a:prstGeom prst="rect">
            <a:avLst/>
          </a:prstGeom>
          <a:noFill/>
          <a:ln>
            <a:noFill/>
          </a:ln>
        </p:spPr>
        <p:txBody>
          <a:bodyPr anchorCtr="0" anchor="t" bIns="0" lIns="0" spcFirstLastPara="1" rIns="91425" wrap="square" tIns="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p:txBody>
      </p:sp>
      <p:sp>
        <p:nvSpPr>
          <p:cNvPr id="30" name="Google Shape;30;p31"/>
          <p:cNvSpPr txBox="1"/>
          <p:nvPr>
            <p:ph idx="8" type="title"/>
          </p:nvPr>
        </p:nvSpPr>
        <p:spPr>
          <a:xfrm>
            <a:off x="4423700" y="3341700"/>
            <a:ext cx="1703700" cy="772200"/>
          </a:xfrm>
          <a:prstGeom prst="rect">
            <a:avLst/>
          </a:prstGeom>
          <a:noFill/>
          <a:ln>
            <a:noFill/>
          </a:ln>
        </p:spPr>
        <p:txBody>
          <a:bodyPr anchorCtr="0" anchor="t" bIns="0" lIns="0" spcFirstLastPara="1" rIns="91425" wrap="square" tIns="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p:txBody>
      </p:sp>
      <p:sp>
        <p:nvSpPr>
          <p:cNvPr id="31" name="Google Shape;31;p31"/>
          <p:cNvSpPr txBox="1"/>
          <p:nvPr>
            <p:ph idx="9" type="title"/>
          </p:nvPr>
        </p:nvSpPr>
        <p:spPr>
          <a:xfrm>
            <a:off x="6562725" y="3341688"/>
            <a:ext cx="1703700" cy="772200"/>
          </a:xfrm>
          <a:prstGeom prst="rect">
            <a:avLst/>
          </a:prstGeom>
          <a:noFill/>
          <a:ln>
            <a:noFill/>
          </a:ln>
        </p:spPr>
        <p:txBody>
          <a:bodyPr anchorCtr="0" anchor="t" bIns="0" lIns="0" spcFirstLastPara="1" rIns="91425" wrap="square" tIns="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p:txBody>
      </p:sp>
      <p:sp>
        <p:nvSpPr>
          <p:cNvPr id="32" name="Google Shape;32;p31"/>
          <p:cNvSpPr txBox="1"/>
          <p:nvPr>
            <p:ph idx="13" type="title"/>
          </p:nvPr>
        </p:nvSpPr>
        <p:spPr>
          <a:xfrm>
            <a:off x="966700" y="1417525"/>
            <a:ext cx="2072700" cy="1705200"/>
          </a:xfrm>
          <a:prstGeom prst="rect">
            <a:avLst/>
          </a:prstGeom>
          <a:noFill/>
          <a:ln>
            <a:noFill/>
          </a:ln>
        </p:spPr>
        <p:txBody>
          <a:bodyPr anchorCtr="0" anchor="t" bIns="0" lIns="0" spcFirstLastPara="1" rIns="91425" wrap="square" tIns="0">
            <a:noAutofit/>
          </a:bodyPr>
          <a:lstStyle>
            <a:lvl1pPr lvl="0" algn="l">
              <a:lnSpc>
                <a:spcPct val="90000"/>
              </a:lnSpc>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2">
  <p:cSld name="Title and body - Alt 2">
    <p:spTree>
      <p:nvGrpSpPr>
        <p:cNvPr id="33" name="Shape 33"/>
        <p:cNvGrpSpPr/>
        <p:nvPr/>
      </p:nvGrpSpPr>
      <p:grpSpPr>
        <a:xfrm>
          <a:off x="0" y="0"/>
          <a:ext cx="0" cy="0"/>
          <a:chOff x="0" y="0"/>
          <a:chExt cx="0" cy="0"/>
        </a:xfrm>
      </p:grpSpPr>
      <p:sp>
        <p:nvSpPr>
          <p:cNvPr id="34" name="Google Shape;34;p32"/>
          <p:cNvSpPr txBox="1"/>
          <p:nvPr>
            <p:ph idx="1" type="subTitle"/>
          </p:nvPr>
        </p:nvSpPr>
        <p:spPr>
          <a:xfrm>
            <a:off x="5792075" y="1776150"/>
            <a:ext cx="2799600" cy="3092100"/>
          </a:xfrm>
          <a:prstGeom prst="rect">
            <a:avLst/>
          </a:prstGeom>
          <a:noFill/>
          <a:ln>
            <a:noFill/>
          </a:ln>
        </p:spPr>
        <p:txBody>
          <a:bodyPr anchorCtr="0" anchor="t" bIns="0" lIns="0" spcFirstLastPara="1" rIns="91425" wrap="square" tIns="0">
            <a:noAutofit/>
          </a:bodyPr>
          <a:lstStyle>
            <a:lvl1pPr lvl="0"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1pPr>
            <a:lvl2pPr lvl="1"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2pPr>
            <a:lvl3pPr lvl="2"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3pPr>
            <a:lvl4pPr lvl="3"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4pPr>
            <a:lvl5pPr lvl="4"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5pPr>
            <a:lvl6pPr lvl="5"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6pPr>
            <a:lvl7pPr lvl="6"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7pPr>
            <a:lvl8pPr lvl="7"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8pPr>
            <a:lvl9pPr lvl="8"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9pPr>
          </a:lstStyle>
          <a:p/>
        </p:txBody>
      </p:sp>
      <p:sp>
        <p:nvSpPr>
          <p:cNvPr id="35" name="Google Shape;35;p32"/>
          <p:cNvSpPr/>
          <p:nvPr>
            <p:ph idx="2" type="pic"/>
          </p:nvPr>
        </p:nvSpPr>
        <p:spPr>
          <a:xfrm>
            <a:off x="1801500" y="1497750"/>
            <a:ext cx="1801500" cy="1822500"/>
          </a:xfrm>
          <a:prstGeom prst="snip1Rect">
            <a:avLst>
              <a:gd fmla="val 17337" name="adj"/>
            </a:avLst>
          </a:prstGeom>
          <a:noFill/>
          <a:ln>
            <a:noFill/>
          </a:ln>
        </p:spPr>
      </p:sp>
      <p:sp>
        <p:nvSpPr>
          <p:cNvPr id="36" name="Google Shape;36;p32"/>
          <p:cNvSpPr/>
          <p:nvPr>
            <p:ph idx="3" type="pic"/>
          </p:nvPr>
        </p:nvSpPr>
        <p:spPr>
          <a:xfrm>
            <a:off x="1801500" y="3320250"/>
            <a:ext cx="1801500" cy="1822500"/>
          </a:xfrm>
          <a:prstGeom prst="snip1Rect">
            <a:avLst>
              <a:gd fmla="val 17337" name="adj"/>
            </a:avLst>
          </a:prstGeom>
          <a:noFill/>
          <a:ln>
            <a:noFill/>
          </a:ln>
        </p:spPr>
      </p:sp>
      <p:sp>
        <p:nvSpPr>
          <p:cNvPr id="37" name="Google Shape;37;p32"/>
          <p:cNvSpPr/>
          <p:nvPr>
            <p:ph idx="4" type="pic"/>
          </p:nvPr>
        </p:nvSpPr>
        <p:spPr>
          <a:xfrm>
            <a:off x="0" y="1497750"/>
            <a:ext cx="1801500" cy="1822500"/>
          </a:xfrm>
          <a:prstGeom prst="snip1Rect">
            <a:avLst>
              <a:gd fmla="val 17337" name="adj"/>
            </a:avLst>
          </a:prstGeom>
          <a:noFill/>
          <a:ln>
            <a:noFill/>
          </a:ln>
        </p:spPr>
      </p:sp>
      <p:sp>
        <p:nvSpPr>
          <p:cNvPr id="38" name="Google Shape;38;p32"/>
          <p:cNvSpPr/>
          <p:nvPr>
            <p:ph idx="5" type="pic"/>
          </p:nvPr>
        </p:nvSpPr>
        <p:spPr>
          <a:xfrm>
            <a:off x="0" y="3320250"/>
            <a:ext cx="1801500" cy="1822500"/>
          </a:xfrm>
          <a:prstGeom prst="snip1Rect">
            <a:avLst>
              <a:gd fmla="val 17337" name="adj"/>
            </a:avLst>
          </a:prstGeom>
          <a:noFill/>
          <a:ln>
            <a:noFill/>
          </a:ln>
        </p:spPr>
      </p:sp>
      <p:sp>
        <p:nvSpPr>
          <p:cNvPr id="39" name="Google Shape;39;p32"/>
          <p:cNvSpPr/>
          <p:nvPr>
            <p:ph idx="6" type="pic"/>
          </p:nvPr>
        </p:nvSpPr>
        <p:spPr>
          <a:xfrm>
            <a:off x="3603000" y="1497750"/>
            <a:ext cx="1801500" cy="1822500"/>
          </a:xfrm>
          <a:prstGeom prst="snip1Rect">
            <a:avLst>
              <a:gd fmla="val 17337" name="adj"/>
            </a:avLst>
          </a:prstGeom>
          <a:noFill/>
          <a:ln>
            <a:noFill/>
          </a:ln>
        </p:spPr>
      </p:sp>
      <p:sp>
        <p:nvSpPr>
          <p:cNvPr id="40" name="Google Shape;40;p32"/>
          <p:cNvSpPr/>
          <p:nvPr>
            <p:ph idx="7" type="pic"/>
          </p:nvPr>
        </p:nvSpPr>
        <p:spPr>
          <a:xfrm>
            <a:off x="3603000" y="3320250"/>
            <a:ext cx="1801500" cy="1822500"/>
          </a:xfrm>
          <a:prstGeom prst="snip1Rect">
            <a:avLst>
              <a:gd fmla="val 17337" name="adj"/>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3">
  <p:cSld name="Title and body - Alt 3">
    <p:spTree>
      <p:nvGrpSpPr>
        <p:cNvPr id="41" name="Shape 41"/>
        <p:cNvGrpSpPr/>
        <p:nvPr/>
      </p:nvGrpSpPr>
      <p:grpSpPr>
        <a:xfrm>
          <a:off x="0" y="0"/>
          <a:ext cx="0" cy="0"/>
          <a:chOff x="0" y="0"/>
          <a:chExt cx="0" cy="0"/>
        </a:xfrm>
      </p:grpSpPr>
      <p:sp>
        <p:nvSpPr>
          <p:cNvPr id="42" name="Google Shape;42;p33"/>
          <p:cNvSpPr txBox="1"/>
          <p:nvPr>
            <p:ph type="title"/>
          </p:nvPr>
        </p:nvSpPr>
        <p:spPr>
          <a:xfrm>
            <a:off x="5821575" y="1709925"/>
            <a:ext cx="2882700" cy="627900"/>
          </a:xfrm>
          <a:prstGeom prst="rect">
            <a:avLst/>
          </a:prstGeom>
          <a:noFill/>
          <a:ln>
            <a:noFill/>
          </a:ln>
        </p:spPr>
        <p:txBody>
          <a:bodyPr anchorCtr="0" anchor="t" bIns="0" lIns="0" spcFirstLastPara="1" rIns="91425" wrap="square" tIns="0">
            <a:noAutofit/>
          </a:bodyPr>
          <a:lstStyle>
            <a:lvl1pPr lvl="0" algn="l">
              <a:lnSpc>
                <a:spcPct val="80000"/>
              </a:lnSpc>
              <a:spcBef>
                <a:spcPts val="0"/>
              </a:spcBef>
              <a:spcAft>
                <a:spcPts val="0"/>
              </a:spcAft>
              <a:buClr>
                <a:schemeClr val="dk1"/>
              </a:buClr>
              <a:buSzPts val="3600"/>
              <a:buFont typeface="Lato"/>
              <a:buNone/>
              <a:defRPr b="1" sz="2400">
                <a:latin typeface="Lato"/>
                <a:ea typeface="Lato"/>
                <a:cs typeface="Lato"/>
                <a:sym typeface="Lato"/>
              </a:defRPr>
            </a:lvl1pPr>
            <a:lvl2pPr lvl="1">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2pPr>
            <a:lvl3pPr lvl="2">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3pPr>
            <a:lvl4pPr lvl="3">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4pPr>
            <a:lvl5pPr lvl="4">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5pPr>
            <a:lvl6pPr lvl="5">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6pPr>
            <a:lvl7pPr lvl="6">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7pPr>
            <a:lvl8pPr lvl="7">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8pPr>
            <a:lvl9pPr lvl="8">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9pPr>
          </a:lstStyle>
          <a:p/>
        </p:txBody>
      </p:sp>
      <p:sp>
        <p:nvSpPr>
          <p:cNvPr id="43" name="Google Shape;43;p33"/>
          <p:cNvSpPr txBox="1"/>
          <p:nvPr>
            <p:ph idx="2" type="title"/>
          </p:nvPr>
        </p:nvSpPr>
        <p:spPr>
          <a:xfrm>
            <a:off x="516600" y="486575"/>
            <a:ext cx="3823500" cy="678000"/>
          </a:xfrm>
          <a:prstGeom prst="rect">
            <a:avLst/>
          </a:prstGeom>
          <a:noFill/>
          <a:ln>
            <a:noFill/>
          </a:ln>
        </p:spPr>
        <p:txBody>
          <a:bodyPr anchorCtr="0" anchor="t" bIns="0" lIns="0" spcFirstLastPara="1" rIns="91425" wrap="square" tIns="0">
            <a:noAutofit/>
          </a:bodyPr>
          <a:lstStyle>
            <a:lvl1pPr lvl="0" algn="l">
              <a:lnSpc>
                <a:spcPct val="80000"/>
              </a:lnSpc>
              <a:spcBef>
                <a:spcPts val="0"/>
              </a:spcBef>
              <a:spcAft>
                <a:spcPts val="0"/>
              </a:spcAft>
              <a:buClr>
                <a:schemeClr val="accent6"/>
              </a:buClr>
              <a:buSzPts val="3200"/>
              <a:buFont typeface="Calibri"/>
              <a:buNone/>
              <a:defRPr sz="2400">
                <a:solidFill>
                  <a:schemeClr val="accent6"/>
                </a:solidFill>
              </a:defRPr>
            </a:lvl1pPr>
            <a:lvl2pPr lvl="1">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2pPr>
            <a:lvl3pPr lvl="2">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3pPr>
            <a:lvl4pPr lvl="3">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4pPr>
            <a:lvl5pPr lvl="4">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5pPr>
            <a:lvl6pPr lvl="5">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6pPr>
            <a:lvl7pPr lvl="6">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7pPr>
            <a:lvl8pPr lvl="7">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8pPr>
            <a:lvl9pPr lvl="8">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9pPr>
          </a:lstStyle>
          <a:p/>
        </p:txBody>
      </p:sp>
      <p:sp>
        <p:nvSpPr>
          <p:cNvPr id="44" name="Google Shape;44;p33"/>
          <p:cNvSpPr txBox="1"/>
          <p:nvPr>
            <p:ph idx="1" type="subTitle"/>
          </p:nvPr>
        </p:nvSpPr>
        <p:spPr>
          <a:xfrm>
            <a:off x="5821575" y="2476500"/>
            <a:ext cx="2019900" cy="4557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dk1"/>
              </a:buClr>
              <a:buSzPts val="1000"/>
              <a:buFont typeface="Lato"/>
              <a:buNone/>
              <a:defRPr>
                <a:solidFill>
                  <a:schemeClr val="dk1"/>
                </a:solidFill>
              </a:defRPr>
            </a:lvl1pPr>
            <a:lvl2pPr lvl="1" algn="l">
              <a:lnSpc>
                <a:spcPct val="100000"/>
              </a:lnSpc>
              <a:spcBef>
                <a:spcPts val="1000"/>
              </a:spcBef>
              <a:spcAft>
                <a:spcPts val="0"/>
              </a:spcAft>
              <a:buClr>
                <a:schemeClr val="dk1"/>
              </a:buClr>
              <a:buSzPts val="1000"/>
              <a:buFont typeface="Lato"/>
              <a:buNone/>
              <a:defRPr>
                <a:solidFill>
                  <a:schemeClr val="dk1"/>
                </a:solidFill>
              </a:defRPr>
            </a:lvl2pPr>
            <a:lvl3pPr lvl="2" algn="l">
              <a:lnSpc>
                <a:spcPct val="100000"/>
              </a:lnSpc>
              <a:spcBef>
                <a:spcPts val="1000"/>
              </a:spcBef>
              <a:spcAft>
                <a:spcPts val="0"/>
              </a:spcAft>
              <a:buClr>
                <a:schemeClr val="dk1"/>
              </a:buClr>
              <a:buSzPts val="1000"/>
              <a:buFont typeface="Lato"/>
              <a:buNone/>
              <a:defRPr>
                <a:solidFill>
                  <a:schemeClr val="dk1"/>
                </a:solidFill>
              </a:defRPr>
            </a:lvl3pPr>
            <a:lvl4pPr lvl="3" algn="l">
              <a:lnSpc>
                <a:spcPct val="100000"/>
              </a:lnSpc>
              <a:spcBef>
                <a:spcPts val="1000"/>
              </a:spcBef>
              <a:spcAft>
                <a:spcPts val="0"/>
              </a:spcAft>
              <a:buClr>
                <a:schemeClr val="dk1"/>
              </a:buClr>
              <a:buSzPts val="1000"/>
              <a:buFont typeface="Lato"/>
              <a:buNone/>
              <a:defRPr>
                <a:solidFill>
                  <a:schemeClr val="dk1"/>
                </a:solidFill>
              </a:defRPr>
            </a:lvl4pPr>
            <a:lvl5pPr lvl="4" algn="l">
              <a:lnSpc>
                <a:spcPct val="100000"/>
              </a:lnSpc>
              <a:spcBef>
                <a:spcPts val="1000"/>
              </a:spcBef>
              <a:spcAft>
                <a:spcPts val="0"/>
              </a:spcAft>
              <a:buClr>
                <a:schemeClr val="dk1"/>
              </a:buClr>
              <a:buSzPts val="1000"/>
              <a:buFont typeface="Lato"/>
              <a:buNone/>
              <a:defRPr>
                <a:solidFill>
                  <a:schemeClr val="dk1"/>
                </a:solidFill>
              </a:defRPr>
            </a:lvl5pPr>
            <a:lvl6pPr lvl="5" algn="l">
              <a:lnSpc>
                <a:spcPct val="100000"/>
              </a:lnSpc>
              <a:spcBef>
                <a:spcPts val="1000"/>
              </a:spcBef>
              <a:spcAft>
                <a:spcPts val="0"/>
              </a:spcAft>
              <a:buClr>
                <a:schemeClr val="dk1"/>
              </a:buClr>
              <a:buSzPts val="1000"/>
              <a:buFont typeface="Lato"/>
              <a:buNone/>
              <a:defRPr>
                <a:solidFill>
                  <a:schemeClr val="dk1"/>
                </a:solidFill>
              </a:defRPr>
            </a:lvl6pPr>
            <a:lvl7pPr lvl="6" algn="l">
              <a:lnSpc>
                <a:spcPct val="100000"/>
              </a:lnSpc>
              <a:spcBef>
                <a:spcPts val="1000"/>
              </a:spcBef>
              <a:spcAft>
                <a:spcPts val="0"/>
              </a:spcAft>
              <a:buClr>
                <a:schemeClr val="dk1"/>
              </a:buClr>
              <a:buSzPts val="1000"/>
              <a:buFont typeface="Lato"/>
              <a:buNone/>
              <a:defRPr>
                <a:solidFill>
                  <a:schemeClr val="dk1"/>
                </a:solidFill>
              </a:defRPr>
            </a:lvl7pPr>
            <a:lvl8pPr lvl="7" algn="l">
              <a:lnSpc>
                <a:spcPct val="100000"/>
              </a:lnSpc>
              <a:spcBef>
                <a:spcPts val="1000"/>
              </a:spcBef>
              <a:spcAft>
                <a:spcPts val="0"/>
              </a:spcAft>
              <a:buClr>
                <a:schemeClr val="dk1"/>
              </a:buClr>
              <a:buSzPts val="1000"/>
              <a:buFont typeface="Lato"/>
              <a:buNone/>
              <a:defRPr>
                <a:solidFill>
                  <a:schemeClr val="dk1"/>
                </a:solidFill>
              </a:defRPr>
            </a:lvl8pPr>
            <a:lvl9pPr lvl="8" algn="l">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45" name="Google Shape;45;p33"/>
          <p:cNvSpPr txBox="1"/>
          <p:nvPr>
            <p:ph idx="3" type="title"/>
          </p:nvPr>
        </p:nvSpPr>
        <p:spPr>
          <a:xfrm>
            <a:off x="5810125" y="3070875"/>
            <a:ext cx="2388600" cy="529500"/>
          </a:xfrm>
          <a:prstGeom prst="rect">
            <a:avLst/>
          </a:prstGeom>
          <a:noFill/>
          <a:ln>
            <a:noFill/>
          </a:ln>
        </p:spPr>
        <p:txBody>
          <a:bodyPr anchorCtr="0" anchor="t" bIns="0" lIns="0" spcFirstLastPara="1" rIns="91425" wrap="square" tIns="0">
            <a:noAutofit/>
          </a:bodyPr>
          <a:lstStyle>
            <a:lvl1pPr lvl="0" algn="l">
              <a:lnSpc>
                <a:spcPct val="80000"/>
              </a:lnSpc>
              <a:spcBef>
                <a:spcPts val="0"/>
              </a:spcBef>
              <a:spcAft>
                <a:spcPts val="0"/>
              </a:spcAft>
              <a:buClr>
                <a:schemeClr val="dk1"/>
              </a:buClr>
              <a:buSzPts val="1400"/>
              <a:buFont typeface="Quantico"/>
              <a:buNone/>
              <a:defRPr sz="1400"/>
            </a:lvl1pPr>
            <a:lvl2pPr lvl="1">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2pPr>
            <a:lvl3pPr lvl="2">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3pPr>
            <a:lvl4pPr lvl="3">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4pPr>
            <a:lvl5pPr lvl="4">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5pPr>
            <a:lvl6pPr lvl="5">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6pPr>
            <a:lvl7pPr lvl="6">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7pPr>
            <a:lvl8pPr lvl="7">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8pPr>
            <a:lvl9pPr lvl="8">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9pPr>
          </a:lstStyle>
          <a:p/>
        </p:txBody>
      </p:sp>
      <p:sp>
        <p:nvSpPr>
          <p:cNvPr id="46" name="Google Shape;46;p33"/>
          <p:cNvSpPr txBox="1"/>
          <p:nvPr>
            <p:ph idx="4" type="subTitle"/>
          </p:nvPr>
        </p:nvSpPr>
        <p:spPr>
          <a:xfrm>
            <a:off x="5821575" y="3426050"/>
            <a:ext cx="2650500" cy="8982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dk1"/>
              </a:buClr>
              <a:buSzPts val="1000"/>
              <a:buFont typeface="Lato"/>
              <a:buNone/>
              <a:defRPr>
                <a:solidFill>
                  <a:schemeClr val="dk1"/>
                </a:solidFill>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p:txBody>
      </p:sp>
      <p:sp>
        <p:nvSpPr>
          <p:cNvPr id="47" name="Google Shape;47;p33"/>
          <p:cNvSpPr/>
          <p:nvPr>
            <p:ph idx="5" type="pic"/>
          </p:nvPr>
        </p:nvSpPr>
        <p:spPr>
          <a:xfrm>
            <a:off x="0" y="1502400"/>
            <a:ext cx="5404500" cy="3639600"/>
          </a:xfrm>
          <a:prstGeom prst="snip1Rect">
            <a:avLst>
              <a:gd fmla="val 16026" name="adj"/>
            </a:avLst>
          </a:prstGeom>
          <a:noFill/>
          <a:ln>
            <a:noFill/>
          </a:ln>
        </p:spPr>
      </p:sp>
      <p:sp>
        <p:nvSpPr>
          <p:cNvPr id="48" name="Google Shape;48;p33"/>
          <p:cNvSpPr txBox="1"/>
          <p:nvPr>
            <p:ph idx="6" type="subTitle"/>
          </p:nvPr>
        </p:nvSpPr>
        <p:spPr>
          <a:xfrm>
            <a:off x="5794900" y="4333425"/>
            <a:ext cx="2718300" cy="354000"/>
          </a:xfrm>
          <a:prstGeom prst="rect">
            <a:avLst/>
          </a:prstGeom>
          <a:noFill/>
          <a:ln>
            <a:noFill/>
          </a:ln>
        </p:spPr>
        <p:txBody>
          <a:bodyPr anchorCtr="0" anchor="t" bIns="0" lIns="0" spcFirstLastPara="1" rIns="91425" wrap="square" tIns="0">
            <a:noAutofit/>
          </a:bodyPr>
          <a:lstStyle>
            <a:lvl1pPr lvl="0" algn="l">
              <a:lnSpc>
                <a:spcPct val="80000"/>
              </a:lnSpc>
              <a:spcBef>
                <a:spcPts val="0"/>
              </a:spcBef>
              <a:spcAft>
                <a:spcPts val="0"/>
              </a:spcAft>
              <a:buClr>
                <a:schemeClr val="dk1"/>
              </a:buClr>
              <a:buSzPts val="1400"/>
              <a:buFont typeface="Quantico"/>
              <a:buNone/>
              <a:defRPr sz="1400">
                <a:solidFill>
                  <a:schemeClr val="dk1"/>
                </a:solidFill>
                <a:latin typeface="Quantico"/>
                <a:ea typeface="Quantico"/>
                <a:cs typeface="Quantico"/>
                <a:sym typeface="Quantico"/>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p:txBody>
      </p:sp>
      <p:sp>
        <p:nvSpPr>
          <p:cNvPr id="49" name="Google Shape;49;p33"/>
          <p:cNvSpPr txBox="1"/>
          <p:nvPr>
            <p:ph idx="7" type="subTitle"/>
          </p:nvPr>
        </p:nvSpPr>
        <p:spPr>
          <a:xfrm>
            <a:off x="5821575" y="4501450"/>
            <a:ext cx="2650500" cy="8982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dk1"/>
              </a:buClr>
              <a:buSzPts val="1000"/>
              <a:buFont typeface="Lato"/>
              <a:buNone/>
              <a:defRPr>
                <a:solidFill>
                  <a:schemeClr val="dk1"/>
                </a:solidFill>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o-to-market ideas - ALT 4">
  <p:cSld name="Go-to-market ideas - ALT 4">
    <p:spTree>
      <p:nvGrpSpPr>
        <p:cNvPr id="50" name="Shape 50"/>
        <p:cNvGrpSpPr/>
        <p:nvPr/>
      </p:nvGrpSpPr>
      <p:grpSpPr>
        <a:xfrm>
          <a:off x="0" y="0"/>
          <a:ext cx="0" cy="0"/>
          <a:chOff x="0" y="0"/>
          <a:chExt cx="0" cy="0"/>
        </a:xfrm>
      </p:grpSpPr>
      <p:sp>
        <p:nvSpPr>
          <p:cNvPr id="51" name="Google Shape;51;p34"/>
          <p:cNvSpPr txBox="1"/>
          <p:nvPr>
            <p:ph type="title"/>
          </p:nvPr>
        </p:nvSpPr>
        <p:spPr>
          <a:xfrm>
            <a:off x="439550" y="765750"/>
            <a:ext cx="5045700" cy="1039800"/>
          </a:xfrm>
          <a:prstGeom prst="rect">
            <a:avLst/>
          </a:prstGeom>
          <a:noFill/>
          <a:ln>
            <a:noFill/>
          </a:ln>
        </p:spPr>
        <p:txBody>
          <a:bodyPr anchorCtr="0" anchor="t" bIns="0" lIns="0" spcFirstLastPara="1" rIns="91425" wrap="square" tIns="0">
            <a:noAutofit/>
          </a:bodyPr>
          <a:lstStyle>
            <a:lvl1pPr lvl="0" algn="l">
              <a:lnSpc>
                <a:spcPct val="90000"/>
              </a:lnSpc>
              <a:spcBef>
                <a:spcPts val="0"/>
              </a:spcBef>
              <a:spcAft>
                <a:spcPts val="0"/>
              </a:spcAft>
              <a:buClr>
                <a:schemeClr val="accent6"/>
              </a:buClr>
              <a:buSzPts val="3000"/>
              <a:buFont typeface="Calibri"/>
              <a:buNone/>
              <a:defRPr sz="2400">
                <a:solidFill>
                  <a:schemeClr val="accent6"/>
                </a:solidFill>
              </a:defRPr>
            </a:lvl1pPr>
            <a:lvl2pPr lvl="1">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2pPr>
            <a:lvl3pPr lvl="2">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3pPr>
            <a:lvl4pPr lvl="3">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4pPr>
            <a:lvl5pPr lvl="4">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5pPr>
            <a:lvl6pPr lvl="5">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6pPr>
            <a:lvl7pPr lvl="6">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7pPr>
            <a:lvl8pPr lvl="7">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8pPr>
            <a:lvl9pPr lvl="8">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9pPr>
          </a:lstStyle>
          <a:p/>
        </p:txBody>
      </p:sp>
      <p:sp>
        <p:nvSpPr>
          <p:cNvPr id="52" name="Google Shape;52;p34"/>
          <p:cNvSpPr txBox="1"/>
          <p:nvPr>
            <p:ph idx="1" type="subTitle"/>
          </p:nvPr>
        </p:nvSpPr>
        <p:spPr>
          <a:xfrm>
            <a:off x="446900" y="397650"/>
            <a:ext cx="5344500" cy="5745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accent6"/>
              </a:buClr>
              <a:buSzPts val="1700"/>
              <a:buFont typeface="Lato"/>
              <a:buNone/>
              <a:defRPr sz="1600">
                <a:solidFill>
                  <a:schemeClr val="accent6"/>
                </a:solidFill>
              </a:defRPr>
            </a:lvl1pPr>
            <a:lvl2pPr lvl="1" algn="l">
              <a:lnSpc>
                <a:spcPct val="90000"/>
              </a:lnSpc>
              <a:spcBef>
                <a:spcPts val="1000"/>
              </a:spcBef>
              <a:spcAft>
                <a:spcPts val="0"/>
              </a:spcAft>
              <a:buClr>
                <a:schemeClr val="accent6"/>
              </a:buClr>
              <a:buSzPts val="1700"/>
              <a:buFont typeface="Lato"/>
              <a:buNone/>
              <a:defRPr sz="1600">
                <a:solidFill>
                  <a:schemeClr val="accent6"/>
                </a:solidFill>
              </a:defRPr>
            </a:lvl2pPr>
            <a:lvl3pPr lvl="2" algn="l">
              <a:lnSpc>
                <a:spcPct val="90000"/>
              </a:lnSpc>
              <a:spcBef>
                <a:spcPts val="1000"/>
              </a:spcBef>
              <a:spcAft>
                <a:spcPts val="0"/>
              </a:spcAft>
              <a:buClr>
                <a:schemeClr val="accent6"/>
              </a:buClr>
              <a:buSzPts val="1700"/>
              <a:buFont typeface="Lato"/>
              <a:buNone/>
              <a:defRPr sz="1600">
                <a:solidFill>
                  <a:schemeClr val="accent6"/>
                </a:solidFill>
              </a:defRPr>
            </a:lvl3pPr>
            <a:lvl4pPr lvl="3" algn="l">
              <a:lnSpc>
                <a:spcPct val="90000"/>
              </a:lnSpc>
              <a:spcBef>
                <a:spcPts val="1000"/>
              </a:spcBef>
              <a:spcAft>
                <a:spcPts val="0"/>
              </a:spcAft>
              <a:buClr>
                <a:schemeClr val="accent6"/>
              </a:buClr>
              <a:buSzPts val="1700"/>
              <a:buFont typeface="Lato"/>
              <a:buNone/>
              <a:defRPr sz="1600">
                <a:solidFill>
                  <a:schemeClr val="accent6"/>
                </a:solidFill>
              </a:defRPr>
            </a:lvl4pPr>
            <a:lvl5pPr lvl="4" algn="l">
              <a:lnSpc>
                <a:spcPct val="90000"/>
              </a:lnSpc>
              <a:spcBef>
                <a:spcPts val="1000"/>
              </a:spcBef>
              <a:spcAft>
                <a:spcPts val="0"/>
              </a:spcAft>
              <a:buClr>
                <a:schemeClr val="accent6"/>
              </a:buClr>
              <a:buSzPts val="1700"/>
              <a:buFont typeface="Lato"/>
              <a:buNone/>
              <a:defRPr sz="1600">
                <a:solidFill>
                  <a:schemeClr val="accent6"/>
                </a:solidFill>
              </a:defRPr>
            </a:lvl5pPr>
            <a:lvl6pPr lvl="5" algn="l">
              <a:lnSpc>
                <a:spcPct val="90000"/>
              </a:lnSpc>
              <a:spcBef>
                <a:spcPts val="1000"/>
              </a:spcBef>
              <a:spcAft>
                <a:spcPts val="0"/>
              </a:spcAft>
              <a:buClr>
                <a:schemeClr val="accent6"/>
              </a:buClr>
              <a:buSzPts val="1700"/>
              <a:buFont typeface="Lato"/>
              <a:buNone/>
              <a:defRPr sz="1600">
                <a:solidFill>
                  <a:schemeClr val="accent6"/>
                </a:solidFill>
              </a:defRPr>
            </a:lvl6pPr>
            <a:lvl7pPr lvl="6" algn="l">
              <a:lnSpc>
                <a:spcPct val="90000"/>
              </a:lnSpc>
              <a:spcBef>
                <a:spcPts val="1000"/>
              </a:spcBef>
              <a:spcAft>
                <a:spcPts val="0"/>
              </a:spcAft>
              <a:buClr>
                <a:schemeClr val="accent6"/>
              </a:buClr>
              <a:buSzPts val="1700"/>
              <a:buFont typeface="Lato"/>
              <a:buNone/>
              <a:defRPr sz="1600">
                <a:solidFill>
                  <a:schemeClr val="accent6"/>
                </a:solidFill>
              </a:defRPr>
            </a:lvl7pPr>
            <a:lvl8pPr lvl="7" algn="l">
              <a:lnSpc>
                <a:spcPct val="90000"/>
              </a:lnSpc>
              <a:spcBef>
                <a:spcPts val="1000"/>
              </a:spcBef>
              <a:spcAft>
                <a:spcPts val="0"/>
              </a:spcAft>
              <a:buClr>
                <a:schemeClr val="accent6"/>
              </a:buClr>
              <a:buSzPts val="1700"/>
              <a:buFont typeface="Lato"/>
              <a:buNone/>
              <a:defRPr sz="1600">
                <a:solidFill>
                  <a:schemeClr val="accent6"/>
                </a:solidFill>
              </a:defRPr>
            </a:lvl8pPr>
            <a:lvl9pPr lvl="8" algn="l">
              <a:lnSpc>
                <a:spcPct val="90000"/>
              </a:lnSpc>
              <a:spcBef>
                <a:spcPts val="1000"/>
              </a:spcBef>
              <a:spcAft>
                <a:spcPts val="1000"/>
              </a:spcAft>
              <a:buClr>
                <a:schemeClr val="accent6"/>
              </a:buClr>
              <a:buSzPts val="1700"/>
              <a:buFont typeface="Lato"/>
              <a:buNone/>
              <a:defRPr sz="1600">
                <a:solidFill>
                  <a:schemeClr val="accent6"/>
                </a:solidFill>
              </a:defRPr>
            </a:lvl9pPr>
          </a:lstStyle>
          <a:p/>
        </p:txBody>
      </p:sp>
      <p:sp>
        <p:nvSpPr>
          <p:cNvPr id="53" name="Google Shape;53;p34"/>
          <p:cNvSpPr txBox="1"/>
          <p:nvPr>
            <p:ph idx="2" type="title"/>
          </p:nvPr>
        </p:nvSpPr>
        <p:spPr>
          <a:xfrm>
            <a:off x="602600" y="2574475"/>
            <a:ext cx="1336800" cy="410100"/>
          </a:xfrm>
          <a:prstGeom prst="rect">
            <a:avLst/>
          </a:prstGeom>
          <a:noFill/>
          <a:ln>
            <a:noFill/>
          </a:ln>
        </p:spPr>
        <p:txBody>
          <a:bodyPr anchorCtr="0" anchor="ctr" bIns="91425" lIns="0" spcFirstLastPara="1" rIns="91425" wrap="square" tIns="91425">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p:txBody>
      </p:sp>
      <p:sp>
        <p:nvSpPr>
          <p:cNvPr id="54" name="Google Shape;54;p34"/>
          <p:cNvSpPr txBox="1"/>
          <p:nvPr>
            <p:ph idx="3" type="body"/>
          </p:nvPr>
        </p:nvSpPr>
        <p:spPr>
          <a:xfrm>
            <a:off x="602600" y="3034200"/>
            <a:ext cx="1336800" cy="1416000"/>
          </a:xfrm>
          <a:prstGeom prst="rect">
            <a:avLst/>
          </a:prstGeom>
          <a:noFill/>
          <a:ln>
            <a:noFill/>
          </a:ln>
        </p:spPr>
        <p:txBody>
          <a:bodyPr anchorCtr="0" anchor="t" bIns="91425" lIns="0" spcFirstLastPara="1" rIns="91425" wrap="square" tIns="0">
            <a:noAutofit/>
          </a:bodyPr>
          <a:lstStyle>
            <a:lvl1pPr indent="-292100" lvl="0" marL="457200" algn="l">
              <a:lnSpc>
                <a:spcPct val="100000"/>
              </a:lnSpc>
              <a:spcBef>
                <a:spcPts val="0"/>
              </a:spcBef>
              <a:spcAft>
                <a:spcPts val="0"/>
              </a:spcAft>
              <a:buClr>
                <a:schemeClr val="accent6"/>
              </a:buClr>
              <a:buSzPts val="1000"/>
              <a:buChar char="●"/>
              <a:defRPr>
                <a:solidFill>
                  <a:schemeClr val="accent6"/>
                </a:solidFill>
              </a:defRPr>
            </a:lvl1pPr>
            <a:lvl2pPr indent="-292100" lvl="1" marL="914400" algn="l">
              <a:lnSpc>
                <a:spcPct val="100000"/>
              </a:lnSpc>
              <a:spcBef>
                <a:spcPts val="1000"/>
              </a:spcBef>
              <a:spcAft>
                <a:spcPts val="0"/>
              </a:spcAft>
              <a:buClr>
                <a:schemeClr val="accent6"/>
              </a:buClr>
              <a:buSzPts val="1000"/>
              <a:buChar char="○"/>
              <a:defRPr>
                <a:solidFill>
                  <a:schemeClr val="accent6"/>
                </a:solidFill>
              </a:defRPr>
            </a:lvl2pPr>
            <a:lvl3pPr indent="-292100" lvl="2" marL="1371600" algn="l">
              <a:lnSpc>
                <a:spcPct val="100000"/>
              </a:lnSpc>
              <a:spcBef>
                <a:spcPts val="1000"/>
              </a:spcBef>
              <a:spcAft>
                <a:spcPts val="0"/>
              </a:spcAft>
              <a:buClr>
                <a:schemeClr val="accent6"/>
              </a:buClr>
              <a:buSzPts val="1000"/>
              <a:buChar char="■"/>
              <a:defRPr>
                <a:solidFill>
                  <a:schemeClr val="accent6"/>
                </a:solidFill>
              </a:defRPr>
            </a:lvl3pPr>
            <a:lvl4pPr indent="-292100" lvl="3" marL="1828800" algn="l">
              <a:lnSpc>
                <a:spcPct val="100000"/>
              </a:lnSpc>
              <a:spcBef>
                <a:spcPts val="1000"/>
              </a:spcBef>
              <a:spcAft>
                <a:spcPts val="0"/>
              </a:spcAft>
              <a:buClr>
                <a:schemeClr val="accent6"/>
              </a:buClr>
              <a:buSzPts val="1000"/>
              <a:buChar char="●"/>
              <a:defRPr>
                <a:solidFill>
                  <a:schemeClr val="accent6"/>
                </a:solidFill>
              </a:defRPr>
            </a:lvl4pPr>
            <a:lvl5pPr indent="-292100" lvl="4" marL="2286000" algn="l">
              <a:lnSpc>
                <a:spcPct val="100000"/>
              </a:lnSpc>
              <a:spcBef>
                <a:spcPts val="1000"/>
              </a:spcBef>
              <a:spcAft>
                <a:spcPts val="0"/>
              </a:spcAft>
              <a:buClr>
                <a:schemeClr val="accent6"/>
              </a:buClr>
              <a:buSzPts val="1000"/>
              <a:buChar char="○"/>
              <a:defRPr>
                <a:solidFill>
                  <a:schemeClr val="accent6"/>
                </a:solidFill>
              </a:defRPr>
            </a:lvl5pPr>
            <a:lvl6pPr indent="-292100" lvl="5" marL="2743200" algn="l">
              <a:lnSpc>
                <a:spcPct val="100000"/>
              </a:lnSpc>
              <a:spcBef>
                <a:spcPts val="1000"/>
              </a:spcBef>
              <a:spcAft>
                <a:spcPts val="0"/>
              </a:spcAft>
              <a:buClr>
                <a:schemeClr val="accent6"/>
              </a:buClr>
              <a:buSzPts val="1000"/>
              <a:buChar char="■"/>
              <a:defRPr>
                <a:solidFill>
                  <a:schemeClr val="accent6"/>
                </a:solidFill>
              </a:defRPr>
            </a:lvl6pPr>
            <a:lvl7pPr indent="-292100" lvl="6" marL="3200400" algn="l">
              <a:lnSpc>
                <a:spcPct val="100000"/>
              </a:lnSpc>
              <a:spcBef>
                <a:spcPts val="1000"/>
              </a:spcBef>
              <a:spcAft>
                <a:spcPts val="0"/>
              </a:spcAft>
              <a:buClr>
                <a:schemeClr val="accent6"/>
              </a:buClr>
              <a:buSzPts val="1000"/>
              <a:buChar char="●"/>
              <a:defRPr>
                <a:solidFill>
                  <a:schemeClr val="accent6"/>
                </a:solidFill>
              </a:defRPr>
            </a:lvl7pPr>
            <a:lvl8pPr indent="-292100" lvl="7" marL="3657600" algn="l">
              <a:lnSpc>
                <a:spcPct val="100000"/>
              </a:lnSpc>
              <a:spcBef>
                <a:spcPts val="1000"/>
              </a:spcBef>
              <a:spcAft>
                <a:spcPts val="0"/>
              </a:spcAft>
              <a:buClr>
                <a:schemeClr val="accent6"/>
              </a:buClr>
              <a:buSzPts val="1000"/>
              <a:buChar char="○"/>
              <a:defRPr>
                <a:solidFill>
                  <a:schemeClr val="accent6"/>
                </a:solidFill>
              </a:defRPr>
            </a:lvl8pPr>
            <a:lvl9pPr indent="-292100" lvl="8" marL="4114800" algn="l">
              <a:lnSpc>
                <a:spcPct val="100000"/>
              </a:lnSpc>
              <a:spcBef>
                <a:spcPts val="1000"/>
              </a:spcBef>
              <a:spcAft>
                <a:spcPts val="1000"/>
              </a:spcAft>
              <a:buClr>
                <a:schemeClr val="accent6"/>
              </a:buClr>
              <a:buSzPts val="1000"/>
              <a:buChar char="■"/>
              <a:defRPr>
                <a:solidFill>
                  <a:schemeClr val="accent6"/>
                </a:solidFill>
              </a:defRPr>
            </a:lvl9pPr>
          </a:lstStyle>
          <a:p/>
        </p:txBody>
      </p:sp>
      <p:sp>
        <p:nvSpPr>
          <p:cNvPr id="55" name="Google Shape;55;p34"/>
          <p:cNvSpPr txBox="1"/>
          <p:nvPr>
            <p:ph idx="4" type="title"/>
          </p:nvPr>
        </p:nvSpPr>
        <p:spPr>
          <a:xfrm>
            <a:off x="2253138" y="2574475"/>
            <a:ext cx="1336800" cy="410100"/>
          </a:xfrm>
          <a:prstGeom prst="rect">
            <a:avLst/>
          </a:prstGeom>
          <a:noFill/>
          <a:ln>
            <a:noFill/>
          </a:ln>
        </p:spPr>
        <p:txBody>
          <a:bodyPr anchorCtr="0" anchor="ctr" bIns="91425" lIns="0" spcFirstLastPara="1" rIns="91425" wrap="square" tIns="91425">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p:txBody>
      </p:sp>
      <p:sp>
        <p:nvSpPr>
          <p:cNvPr id="56" name="Google Shape;56;p34"/>
          <p:cNvSpPr txBox="1"/>
          <p:nvPr>
            <p:ph idx="5" type="body"/>
          </p:nvPr>
        </p:nvSpPr>
        <p:spPr>
          <a:xfrm>
            <a:off x="2253138" y="3034200"/>
            <a:ext cx="1336800" cy="1416000"/>
          </a:xfrm>
          <a:prstGeom prst="rect">
            <a:avLst/>
          </a:prstGeom>
          <a:noFill/>
          <a:ln>
            <a:noFill/>
          </a:ln>
        </p:spPr>
        <p:txBody>
          <a:bodyPr anchorCtr="0" anchor="t" bIns="91425" lIns="0" spcFirstLastPara="1" rIns="91425" wrap="square" tIns="0">
            <a:noAutofit/>
          </a:bodyPr>
          <a:lstStyle>
            <a:lvl1pPr indent="-292100" lvl="0" marL="457200" algn="l">
              <a:lnSpc>
                <a:spcPct val="100000"/>
              </a:lnSpc>
              <a:spcBef>
                <a:spcPts val="0"/>
              </a:spcBef>
              <a:spcAft>
                <a:spcPts val="0"/>
              </a:spcAft>
              <a:buClr>
                <a:schemeClr val="accent6"/>
              </a:buClr>
              <a:buSzPts val="1000"/>
              <a:buChar char="●"/>
              <a:defRPr>
                <a:solidFill>
                  <a:schemeClr val="accent6"/>
                </a:solidFill>
              </a:defRPr>
            </a:lvl1pPr>
            <a:lvl2pPr indent="-292100" lvl="1" marL="914400" algn="l">
              <a:lnSpc>
                <a:spcPct val="100000"/>
              </a:lnSpc>
              <a:spcBef>
                <a:spcPts val="1000"/>
              </a:spcBef>
              <a:spcAft>
                <a:spcPts val="0"/>
              </a:spcAft>
              <a:buClr>
                <a:schemeClr val="accent6"/>
              </a:buClr>
              <a:buSzPts val="1000"/>
              <a:buChar char="○"/>
              <a:defRPr>
                <a:solidFill>
                  <a:schemeClr val="accent6"/>
                </a:solidFill>
              </a:defRPr>
            </a:lvl2pPr>
            <a:lvl3pPr indent="-292100" lvl="2" marL="1371600" algn="l">
              <a:lnSpc>
                <a:spcPct val="100000"/>
              </a:lnSpc>
              <a:spcBef>
                <a:spcPts val="1000"/>
              </a:spcBef>
              <a:spcAft>
                <a:spcPts val="0"/>
              </a:spcAft>
              <a:buClr>
                <a:schemeClr val="accent6"/>
              </a:buClr>
              <a:buSzPts val="1000"/>
              <a:buChar char="■"/>
              <a:defRPr>
                <a:solidFill>
                  <a:schemeClr val="accent6"/>
                </a:solidFill>
              </a:defRPr>
            </a:lvl3pPr>
            <a:lvl4pPr indent="-292100" lvl="3" marL="1828800" algn="l">
              <a:lnSpc>
                <a:spcPct val="100000"/>
              </a:lnSpc>
              <a:spcBef>
                <a:spcPts val="1000"/>
              </a:spcBef>
              <a:spcAft>
                <a:spcPts val="0"/>
              </a:spcAft>
              <a:buClr>
                <a:schemeClr val="accent6"/>
              </a:buClr>
              <a:buSzPts val="1000"/>
              <a:buChar char="●"/>
              <a:defRPr>
                <a:solidFill>
                  <a:schemeClr val="accent6"/>
                </a:solidFill>
              </a:defRPr>
            </a:lvl4pPr>
            <a:lvl5pPr indent="-292100" lvl="4" marL="2286000" algn="l">
              <a:lnSpc>
                <a:spcPct val="100000"/>
              </a:lnSpc>
              <a:spcBef>
                <a:spcPts val="1000"/>
              </a:spcBef>
              <a:spcAft>
                <a:spcPts val="0"/>
              </a:spcAft>
              <a:buClr>
                <a:schemeClr val="accent6"/>
              </a:buClr>
              <a:buSzPts val="1000"/>
              <a:buChar char="○"/>
              <a:defRPr>
                <a:solidFill>
                  <a:schemeClr val="accent6"/>
                </a:solidFill>
              </a:defRPr>
            </a:lvl5pPr>
            <a:lvl6pPr indent="-292100" lvl="5" marL="2743200" algn="l">
              <a:lnSpc>
                <a:spcPct val="100000"/>
              </a:lnSpc>
              <a:spcBef>
                <a:spcPts val="1000"/>
              </a:spcBef>
              <a:spcAft>
                <a:spcPts val="0"/>
              </a:spcAft>
              <a:buClr>
                <a:schemeClr val="accent6"/>
              </a:buClr>
              <a:buSzPts val="1000"/>
              <a:buChar char="■"/>
              <a:defRPr>
                <a:solidFill>
                  <a:schemeClr val="accent6"/>
                </a:solidFill>
              </a:defRPr>
            </a:lvl6pPr>
            <a:lvl7pPr indent="-292100" lvl="6" marL="3200400" algn="l">
              <a:lnSpc>
                <a:spcPct val="100000"/>
              </a:lnSpc>
              <a:spcBef>
                <a:spcPts val="1000"/>
              </a:spcBef>
              <a:spcAft>
                <a:spcPts val="0"/>
              </a:spcAft>
              <a:buClr>
                <a:schemeClr val="accent6"/>
              </a:buClr>
              <a:buSzPts val="1000"/>
              <a:buChar char="●"/>
              <a:defRPr>
                <a:solidFill>
                  <a:schemeClr val="accent6"/>
                </a:solidFill>
              </a:defRPr>
            </a:lvl7pPr>
            <a:lvl8pPr indent="-292100" lvl="7" marL="3657600" algn="l">
              <a:lnSpc>
                <a:spcPct val="100000"/>
              </a:lnSpc>
              <a:spcBef>
                <a:spcPts val="1000"/>
              </a:spcBef>
              <a:spcAft>
                <a:spcPts val="0"/>
              </a:spcAft>
              <a:buClr>
                <a:schemeClr val="accent6"/>
              </a:buClr>
              <a:buSzPts val="1000"/>
              <a:buChar char="○"/>
              <a:defRPr>
                <a:solidFill>
                  <a:schemeClr val="accent6"/>
                </a:solidFill>
              </a:defRPr>
            </a:lvl8pPr>
            <a:lvl9pPr indent="-292100" lvl="8" marL="4114800" algn="l">
              <a:lnSpc>
                <a:spcPct val="100000"/>
              </a:lnSpc>
              <a:spcBef>
                <a:spcPts val="1000"/>
              </a:spcBef>
              <a:spcAft>
                <a:spcPts val="1000"/>
              </a:spcAft>
              <a:buClr>
                <a:schemeClr val="accent6"/>
              </a:buClr>
              <a:buSzPts val="1000"/>
              <a:buChar char="■"/>
              <a:defRPr>
                <a:solidFill>
                  <a:schemeClr val="accent6"/>
                </a:solidFill>
              </a:defRPr>
            </a:lvl9pPr>
          </a:lstStyle>
          <a:p/>
        </p:txBody>
      </p:sp>
      <p:sp>
        <p:nvSpPr>
          <p:cNvPr id="57" name="Google Shape;57;p34"/>
          <p:cNvSpPr txBox="1"/>
          <p:nvPr>
            <p:ph idx="6" type="title"/>
          </p:nvPr>
        </p:nvSpPr>
        <p:spPr>
          <a:xfrm>
            <a:off x="3903575" y="2574475"/>
            <a:ext cx="1336800" cy="410100"/>
          </a:xfrm>
          <a:prstGeom prst="rect">
            <a:avLst/>
          </a:prstGeom>
          <a:noFill/>
          <a:ln>
            <a:noFill/>
          </a:ln>
        </p:spPr>
        <p:txBody>
          <a:bodyPr anchorCtr="0" anchor="ctr" bIns="91425" lIns="0" spcFirstLastPara="1" rIns="91425" wrap="square" tIns="91425">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p:txBody>
      </p:sp>
      <p:sp>
        <p:nvSpPr>
          <p:cNvPr id="58" name="Google Shape;58;p34"/>
          <p:cNvSpPr txBox="1"/>
          <p:nvPr>
            <p:ph idx="7" type="body"/>
          </p:nvPr>
        </p:nvSpPr>
        <p:spPr>
          <a:xfrm>
            <a:off x="3903575" y="3034200"/>
            <a:ext cx="1336800" cy="1416000"/>
          </a:xfrm>
          <a:prstGeom prst="rect">
            <a:avLst/>
          </a:prstGeom>
          <a:noFill/>
          <a:ln>
            <a:noFill/>
          </a:ln>
        </p:spPr>
        <p:txBody>
          <a:bodyPr anchorCtr="0" anchor="t" bIns="91425" lIns="0" spcFirstLastPara="1" rIns="91425" wrap="square" tIns="0">
            <a:noAutofit/>
          </a:bodyPr>
          <a:lstStyle>
            <a:lvl1pPr indent="-292100" lvl="0" marL="457200" algn="l">
              <a:lnSpc>
                <a:spcPct val="100000"/>
              </a:lnSpc>
              <a:spcBef>
                <a:spcPts val="0"/>
              </a:spcBef>
              <a:spcAft>
                <a:spcPts val="0"/>
              </a:spcAft>
              <a:buClr>
                <a:schemeClr val="accent6"/>
              </a:buClr>
              <a:buSzPts val="1000"/>
              <a:buChar char="●"/>
              <a:defRPr>
                <a:solidFill>
                  <a:schemeClr val="accent6"/>
                </a:solidFill>
              </a:defRPr>
            </a:lvl1pPr>
            <a:lvl2pPr indent="-292100" lvl="1" marL="914400" algn="l">
              <a:lnSpc>
                <a:spcPct val="100000"/>
              </a:lnSpc>
              <a:spcBef>
                <a:spcPts val="1000"/>
              </a:spcBef>
              <a:spcAft>
                <a:spcPts val="0"/>
              </a:spcAft>
              <a:buClr>
                <a:schemeClr val="accent6"/>
              </a:buClr>
              <a:buSzPts val="1000"/>
              <a:buChar char="○"/>
              <a:defRPr>
                <a:solidFill>
                  <a:schemeClr val="accent6"/>
                </a:solidFill>
              </a:defRPr>
            </a:lvl2pPr>
            <a:lvl3pPr indent="-292100" lvl="2" marL="1371600" algn="l">
              <a:lnSpc>
                <a:spcPct val="100000"/>
              </a:lnSpc>
              <a:spcBef>
                <a:spcPts val="1000"/>
              </a:spcBef>
              <a:spcAft>
                <a:spcPts val="0"/>
              </a:spcAft>
              <a:buClr>
                <a:schemeClr val="accent6"/>
              </a:buClr>
              <a:buSzPts val="1000"/>
              <a:buChar char="■"/>
              <a:defRPr>
                <a:solidFill>
                  <a:schemeClr val="accent6"/>
                </a:solidFill>
              </a:defRPr>
            </a:lvl3pPr>
            <a:lvl4pPr indent="-292100" lvl="3" marL="1828800" algn="l">
              <a:lnSpc>
                <a:spcPct val="100000"/>
              </a:lnSpc>
              <a:spcBef>
                <a:spcPts val="1000"/>
              </a:spcBef>
              <a:spcAft>
                <a:spcPts val="0"/>
              </a:spcAft>
              <a:buClr>
                <a:schemeClr val="accent6"/>
              </a:buClr>
              <a:buSzPts val="1000"/>
              <a:buChar char="●"/>
              <a:defRPr>
                <a:solidFill>
                  <a:schemeClr val="accent6"/>
                </a:solidFill>
              </a:defRPr>
            </a:lvl4pPr>
            <a:lvl5pPr indent="-292100" lvl="4" marL="2286000" algn="l">
              <a:lnSpc>
                <a:spcPct val="100000"/>
              </a:lnSpc>
              <a:spcBef>
                <a:spcPts val="1000"/>
              </a:spcBef>
              <a:spcAft>
                <a:spcPts val="0"/>
              </a:spcAft>
              <a:buClr>
                <a:schemeClr val="accent6"/>
              </a:buClr>
              <a:buSzPts val="1000"/>
              <a:buChar char="○"/>
              <a:defRPr>
                <a:solidFill>
                  <a:schemeClr val="accent6"/>
                </a:solidFill>
              </a:defRPr>
            </a:lvl5pPr>
            <a:lvl6pPr indent="-292100" lvl="5" marL="2743200" algn="l">
              <a:lnSpc>
                <a:spcPct val="100000"/>
              </a:lnSpc>
              <a:spcBef>
                <a:spcPts val="1000"/>
              </a:spcBef>
              <a:spcAft>
                <a:spcPts val="0"/>
              </a:spcAft>
              <a:buClr>
                <a:schemeClr val="accent6"/>
              </a:buClr>
              <a:buSzPts val="1000"/>
              <a:buChar char="■"/>
              <a:defRPr>
                <a:solidFill>
                  <a:schemeClr val="accent6"/>
                </a:solidFill>
              </a:defRPr>
            </a:lvl6pPr>
            <a:lvl7pPr indent="-292100" lvl="6" marL="3200400" algn="l">
              <a:lnSpc>
                <a:spcPct val="100000"/>
              </a:lnSpc>
              <a:spcBef>
                <a:spcPts val="1000"/>
              </a:spcBef>
              <a:spcAft>
                <a:spcPts val="0"/>
              </a:spcAft>
              <a:buClr>
                <a:schemeClr val="accent6"/>
              </a:buClr>
              <a:buSzPts val="1000"/>
              <a:buChar char="●"/>
              <a:defRPr>
                <a:solidFill>
                  <a:schemeClr val="accent6"/>
                </a:solidFill>
              </a:defRPr>
            </a:lvl7pPr>
            <a:lvl8pPr indent="-292100" lvl="7" marL="3657600" algn="l">
              <a:lnSpc>
                <a:spcPct val="100000"/>
              </a:lnSpc>
              <a:spcBef>
                <a:spcPts val="1000"/>
              </a:spcBef>
              <a:spcAft>
                <a:spcPts val="0"/>
              </a:spcAft>
              <a:buClr>
                <a:schemeClr val="accent6"/>
              </a:buClr>
              <a:buSzPts val="1000"/>
              <a:buChar char="○"/>
              <a:defRPr>
                <a:solidFill>
                  <a:schemeClr val="accent6"/>
                </a:solidFill>
              </a:defRPr>
            </a:lvl8pPr>
            <a:lvl9pPr indent="-292100" lvl="8" marL="4114800" algn="l">
              <a:lnSpc>
                <a:spcPct val="100000"/>
              </a:lnSpc>
              <a:spcBef>
                <a:spcPts val="1000"/>
              </a:spcBef>
              <a:spcAft>
                <a:spcPts val="1000"/>
              </a:spcAft>
              <a:buClr>
                <a:schemeClr val="accent6"/>
              </a:buClr>
              <a:buSzPts val="1000"/>
              <a:buChar char="■"/>
              <a:defRPr>
                <a:solidFill>
                  <a:schemeClr val="accent6"/>
                </a:solidFill>
              </a:defRPr>
            </a:lvl9pPr>
          </a:lstStyle>
          <a:p/>
        </p:txBody>
      </p:sp>
      <p:sp>
        <p:nvSpPr>
          <p:cNvPr id="59" name="Google Shape;59;p34"/>
          <p:cNvSpPr txBox="1"/>
          <p:nvPr>
            <p:ph idx="8" type="title"/>
          </p:nvPr>
        </p:nvSpPr>
        <p:spPr>
          <a:xfrm>
            <a:off x="5554050" y="2574475"/>
            <a:ext cx="1336800" cy="410100"/>
          </a:xfrm>
          <a:prstGeom prst="rect">
            <a:avLst/>
          </a:prstGeom>
          <a:noFill/>
          <a:ln>
            <a:noFill/>
          </a:ln>
        </p:spPr>
        <p:txBody>
          <a:bodyPr anchorCtr="0" anchor="ctr" bIns="91425" lIns="0" spcFirstLastPara="1" rIns="91425" wrap="square" tIns="91425">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p:txBody>
      </p:sp>
      <p:sp>
        <p:nvSpPr>
          <p:cNvPr id="60" name="Google Shape;60;p34"/>
          <p:cNvSpPr txBox="1"/>
          <p:nvPr>
            <p:ph idx="9" type="body"/>
          </p:nvPr>
        </p:nvSpPr>
        <p:spPr>
          <a:xfrm>
            <a:off x="5554050" y="3034200"/>
            <a:ext cx="1336800" cy="1416000"/>
          </a:xfrm>
          <a:prstGeom prst="rect">
            <a:avLst/>
          </a:prstGeom>
          <a:noFill/>
          <a:ln>
            <a:noFill/>
          </a:ln>
        </p:spPr>
        <p:txBody>
          <a:bodyPr anchorCtr="0" anchor="t" bIns="91425" lIns="0" spcFirstLastPara="1" rIns="91425" wrap="square" tIns="0">
            <a:noAutofit/>
          </a:bodyPr>
          <a:lstStyle>
            <a:lvl1pPr indent="-292100" lvl="0" marL="457200" algn="l">
              <a:lnSpc>
                <a:spcPct val="100000"/>
              </a:lnSpc>
              <a:spcBef>
                <a:spcPts val="0"/>
              </a:spcBef>
              <a:spcAft>
                <a:spcPts val="0"/>
              </a:spcAft>
              <a:buClr>
                <a:schemeClr val="accent6"/>
              </a:buClr>
              <a:buSzPts val="1000"/>
              <a:buChar char="●"/>
              <a:defRPr>
                <a:solidFill>
                  <a:schemeClr val="accent6"/>
                </a:solidFill>
              </a:defRPr>
            </a:lvl1pPr>
            <a:lvl2pPr indent="-292100" lvl="1" marL="914400" algn="l">
              <a:lnSpc>
                <a:spcPct val="100000"/>
              </a:lnSpc>
              <a:spcBef>
                <a:spcPts val="1000"/>
              </a:spcBef>
              <a:spcAft>
                <a:spcPts val="0"/>
              </a:spcAft>
              <a:buClr>
                <a:schemeClr val="accent6"/>
              </a:buClr>
              <a:buSzPts val="1000"/>
              <a:buChar char="○"/>
              <a:defRPr>
                <a:solidFill>
                  <a:schemeClr val="accent6"/>
                </a:solidFill>
              </a:defRPr>
            </a:lvl2pPr>
            <a:lvl3pPr indent="-292100" lvl="2" marL="1371600" algn="l">
              <a:lnSpc>
                <a:spcPct val="100000"/>
              </a:lnSpc>
              <a:spcBef>
                <a:spcPts val="1000"/>
              </a:spcBef>
              <a:spcAft>
                <a:spcPts val="0"/>
              </a:spcAft>
              <a:buClr>
                <a:schemeClr val="accent6"/>
              </a:buClr>
              <a:buSzPts val="1000"/>
              <a:buChar char="■"/>
              <a:defRPr>
                <a:solidFill>
                  <a:schemeClr val="accent6"/>
                </a:solidFill>
              </a:defRPr>
            </a:lvl3pPr>
            <a:lvl4pPr indent="-292100" lvl="3" marL="1828800" algn="l">
              <a:lnSpc>
                <a:spcPct val="100000"/>
              </a:lnSpc>
              <a:spcBef>
                <a:spcPts val="1000"/>
              </a:spcBef>
              <a:spcAft>
                <a:spcPts val="0"/>
              </a:spcAft>
              <a:buClr>
                <a:schemeClr val="accent6"/>
              </a:buClr>
              <a:buSzPts val="1000"/>
              <a:buChar char="●"/>
              <a:defRPr>
                <a:solidFill>
                  <a:schemeClr val="accent6"/>
                </a:solidFill>
              </a:defRPr>
            </a:lvl4pPr>
            <a:lvl5pPr indent="-292100" lvl="4" marL="2286000" algn="l">
              <a:lnSpc>
                <a:spcPct val="100000"/>
              </a:lnSpc>
              <a:spcBef>
                <a:spcPts val="1000"/>
              </a:spcBef>
              <a:spcAft>
                <a:spcPts val="0"/>
              </a:spcAft>
              <a:buClr>
                <a:schemeClr val="accent6"/>
              </a:buClr>
              <a:buSzPts val="1000"/>
              <a:buChar char="○"/>
              <a:defRPr>
                <a:solidFill>
                  <a:schemeClr val="accent6"/>
                </a:solidFill>
              </a:defRPr>
            </a:lvl5pPr>
            <a:lvl6pPr indent="-292100" lvl="5" marL="2743200" algn="l">
              <a:lnSpc>
                <a:spcPct val="100000"/>
              </a:lnSpc>
              <a:spcBef>
                <a:spcPts val="1000"/>
              </a:spcBef>
              <a:spcAft>
                <a:spcPts val="0"/>
              </a:spcAft>
              <a:buClr>
                <a:schemeClr val="accent6"/>
              </a:buClr>
              <a:buSzPts val="1000"/>
              <a:buChar char="■"/>
              <a:defRPr>
                <a:solidFill>
                  <a:schemeClr val="accent6"/>
                </a:solidFill>
              </a:defRPr>
            </a:lvl6pPr>
            <a:lvl7pPr indent="-292100" lvl="6" marL="3200400" algn="l">
              <a:lnSpc>
                <a:spcPct val="100000"/>
              </a:lnSpc>
              <a:spcBef>
                <a:spcPts val="1000"/>
              </a:spcBef>
              <a:spcAft>
                <a:spcPts val="0"/>
              </a:spcAft>
              <a:buClr>
                <a:schemeClr val="accent6"/>
              </a:buClr>
              <a:buSzPts val="1000"/>
              <a:buChar char="●"/>
              <a:defRPr>
                <a:solidFill>
                  <a:schemeClr val="accent6"/>
                </a:solidFill>
              </a:defRPr>
            </a:lvl7pPr>
            <a:lvl8pPr indent="-292100" lvl="7" marL="3657600" algn="l">
              <a:lnSpc>
                <a:spcPct val="100000"/>
              </a:lnSpc>
              <a:spcBef>
                <a:spcPts val="1000"/>
              </a:spcBef>
              <a:spcAft>
                <a:spcPts val="0"/>
              </a:spcAft>
              <a:buClr>
                <a:schemeClr val="accent6"/>
              </a:buClr>
              <a:buSzPts val="1000"/>
              <a:buChar char="○"/>
              <a:defRPr>
                <a:solidFill>
                  <a:schemeClr val="accent6"/>
                </a:solidFill>
              </a:defRPr>
            </a:lvl8pPr>
            <a:lvl9pPr indent="-292100" lvl="8" marL="4114800" algn="l">
              <a:lnSpc>
                <a:spcPct val="100000"/>
              </a:lnSpc>
              <a:spcBef>
                <a:spcPts val="1000"/>
              </a:spcBef>
              <a:spcAft>
                <a:spcPts val="1000"/>
              </a:spcAft>
              <a:buClr>
                <a:schemeClr val="accent6"/>
              </a:buClr>
              <a:buSzPts val="1000"/>
              <a:buChar char="■"/>
              <a:defRPr>
                <a:solidFill>
                  <a:schemeClr val="accent6"/>
                </a:solidFill>
              </a:defRPr>
            </a:lvl9pPr>
          </a:lstStyle>
          <a:p/>
        </p:txBody>
      </p:sp>
      <p:sp>
        <p:nvSpPr>
          <p:cNvPr id="61" name="Google Shape;61;p34"/>
          <p:cNvSpPr txBox="1"/>
          <p:nvPr>
            <p:ph idx="13" type="title"/>
          </p:nvPr>
        </p:nvSpPr>
        <p:spPr>
          <a:xfrm>
            <a:off x="7204500" y="2574475"/>
            <a:ext cx="1336800" cy="410100"/>
          </a:xfrm>
          <a:prstGeom prst="rect">
            <a:avLst/>
          </a:prstGeom>
          <a:noFill/>
          <a:ln>
            <a:noFill/>
          </a:ln>
        </p:spPr>
        <p:txBody>
          <a:bodyPr anchorCtr="0" anchor="ctr" bIns="91425" lIns="0" spcFirstLastPara="1" rIns="91425" wrap="square" tIns="91425">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p:txBody>
      </p:sp>
      <p:sp>
        <p:nvSpPr>
          <p:cNvPr id="62" name="Google Shape;62;p34"/>
          <p:cNvSpPr txBox="1"/>
          <p:nvPr>
            <p:ph idx="14" type="body"/>
          </p:nvPr>
        </p:nvSpPr>
        <p:spPr>
          <a:xfrm>
            <a:off x="7204500" y="3034200"/>
            <a:ext cx="1336800" cy="1416000"/>
          </a:xfrm>
          <a:prstGeom prst="rect">
            <a:avLst/>
          </a:prstGeom>
          <a:noFill/>
          <a:ln>
            <a:noFill/>
          </a:ln>
        </p:spPr>
        <p:txBody>
          <a:bodyPr anchorCtr="0" anchor="t" bIns="91425" lIns="0" spcFirstLastPara="1" rIns="91425" wrap="square" tIns="0">
            <a:noAutofit/>
          </a:bodyPr>
          <a:lstStyle>
            <a:lvl1pPr indent="-292100" lvl="0" marL="457200" algn="l">
              <a:lnSpc>
                <a:spcPct val="100000"/>
              </a:lnSpc>
              <a:spcBef>
                <a:spcPts val="0"/>
              </a:spcBef>
              <a:spcAft>
                <a:spcPts val="0"/>
              </a:spcAft>
              <a:buClr>
                <a:schemeClr val="accent6"/>
              </a:buClr>
              <a:buSzPts val="1000"/>
              <a:buChar char="●"/>
              <a:defRPr>
                <a:solidFill>
                  <a:schemeClr val="accent6"/>
                </a:solidFill>
              </a:defRPr>
            </a:lvl1pPr>
            <a:lvl2pPr indent="-292100" lvl="1" marL="914400" algn="l">
              <a:lnSpc>
                <a:spcPct val="100000"/>
              </a:lnSpc>
              <a:spcBef>
                <a:spcPts val="1000"/>
              </a:spcBef>
              <a:spcAft>
                <a:spcPts val="0"/>
              </a:spcAft>
              <a:buClr>
                <a:schemeClr val="accent6"/>
              </a:buClr>
              <a:buSzPts val="1000"/>
              <a:buChar char="○"/>
              <a:defRPr>
                <a:solidFill>
                  <a:schemeClr val="accent6"/>
                </a:solidFill>
              </a:defRPr>
            </a:lvl2pPr>
            <a:lvl3pPr indent="-292100" lvl="2" marL="1371600" algn="l">
              <a:lnSpc>
                <a:spcPct val="100000"/>
              </a:lnSpc>
              <a:spcBef>
                <a:spcPts val="1000"/>
              </a:spcBef>
              <a:spcAft>
                <a:spcPts val="0"/>
              </a:spcAft>
              <a:buClr>
                <a:schemeClr val="accent6"/>
              </a:buClr>
              <a:buSzPts val="1000"/>
              <a:buChar char="■"/>
              <a:defRPr>
                <a:solidFill>
                  <a:schemeClr val="accent6"/>
                </a:solidFill>
              </a:defRPr>
            </a:lvl3pPr>
            <a:lvl4pPr indent="-292100" lvl="3" marL="1828800" algn="l">
              <a:lnSpc>
                <a:spcPct val="100000"/>
              </a:lnSpc>
              <a:spcBef>
                <a:spcPts val="1000"/>
              </a:spcBef>
              <a:spcAft>
                <a:spcPts val="0"/>
              </a:spcAft>
              <a:buClr>
                <a:schemeClr val="accent6"/>
              </a:buClr>
              <a:buSzPts val="1000"/>
              <a:buChar char="●"/>
              <a:defRPr>
                <a:solidFill>
                  <a:schemeClr val="accent6"/>
                </a:solidFill>
              </a:defRPr>
            </a:lvl4pPr>
            <a:lvl5pPr indent="-292100" lvl="4" marL="2286000" algn="l">
              <a:lnSpc>
                <a:spcPct val="100000"/>
              </a:lnSpc>
              <a:spcBef>
                <a:spcPts val="1000"/>
              </a:spcBef>
              <a:spcAft>
                <a:spcPts val="0"/>
              </a:spcAft>
              <a:buClr>
                <a:schemeClr val="accent6"/>
              </a:buClr>
              <a:buSzPts val="1000"/>
              <a:buChar char="○"/>
              <a:defRPr>
                <a:solidFill>
                  <a:schemeClr val="accent6"/>
                </a:solidFill>
              </a:defRPr>
            </a:lvl5pPr>
            <a:lvl6pPr indent="-292100" lvl="5" marL="2743200" algn="l">
              <a:lnSpc>
                <a:spcPct val="100000"/>
              </a:lnSpc>
              <a:spcBef>
                <a:spcPts val="1000"/>
              </a:spcBef>
              <a:spcAft>
                <a:spcPts val="0"/>
              </a:spcAft>
              <a:buClr>
                <a:schemeClr val="accent6"/>
              </a:buClr>
              <a:buSzPts val="1000"/>
              <a:buChar char="■"/>
              <a:defRPr>
                <a:solidFill>
                  <a:schemeClr val="accent6"/>
                </a:solidFill>
              </a:defRPr>
            </a:lvl6pPr>
            <a:lvl7pPr indent="-292100" lvl="6" marL="3200400" algn="l">
              <a:lnSpc>
                <a:spcPct val="100000"/>
              </a:lnSpc>
              <a:spcBef>
                <a:spcPts val="1000"/>
              </a:spcBef>
              <a:spcAft>
                <a:spcPts val="0"/>
              </a:spcAft>
              <a:buClr>
                <a:schemeClr val="accent6"/>
              </a:buClr>
              <a:buSzPts val="1000"/>
              <a:buChar char="●"/>
              <a:defRPr>
                <a:solidFill>
                  <a:schemeClr val="accent6"/>
                </a:solidFill>
              </a:defRPr>
            </a:lvl7pPr>
            <a:lvl8pPr indent="-292100" lvl="7" marL="3657600" algn="l">
              <a:lnSpc>
                <a:spcPct val="100000"/>
              </a:lnSpc>
              <a:spcBef>
                <a:spcPts val="1000"/>
              </a:spcBef>
              <a:spcAft>
                <a:spcPts val="0"/>
              </a:spcAft>
              <a:buClr>
                <a:schemeClr val="accent6"/>
              </a:buClr>
              <a:buSzPts val="1000"/>
              <a:buChar char="○"/>
              <a:defRPr>
                <a:solidFill>
                  <a:schemeClr val="accent6"/>
                </a:solidFill>
              </a:defRPr>
            </a:lvl8pPr>
            <a:lvl9pPr indent="-292100" lvl="8" marL="4114800" algn="l">
              <a:lnSpc>
                <a:spcPct val="100000"/>
              </a:lnSpc>
              <a:spcBef>
                <a:spcPts val="1000"/>
              </a:spcBef>
              <a:spcAft>
                <a:spcPts val="1000"/>
              </a:spcAft>
              <a:buClr>
                <a:schemeClr val="accent6"/>
              </a:buClr>
              <a:buSzPts val="1000"/>
              <a:buChar char="■"/>
              <a:defRPr>
                <a:solidFill>
                  <a:schemeClr val="accent6"/>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o-to-market ideas - ALT 3">
  <p:cSld name="Go-to-market ideas - ALT 3">
    <p:spTree>
      <p:nvGrpSpPr>
        <p:cNvPr id="63" name="Shape 63"/>
        <p:cNvGrpSpPr/>
        <p:nvPr/>
      </p:nvGrpSpPr>
      <p:grpSpPr>
        <a:xfrm>
          <a:off x="0" y="0"/>
          <a:ext cx="0" cy="0"/>
          <a:chOff x="0" y="0"/>
          <a:chExt cx="0" cy="0"/>
        </a:xfrm>
      </p:grpSpPr>
      <p:sp>
        <p:nvSpPr>
          <p:cNvPr id="64" name="Google Shape;64;p35"/>
          <p:cNvSpPr txBox="1"/>
          <p:nvPr>
            <p:ph type="title"/>
          </p:nvPr>
        </p:nvSpPr>
        <p:spPr>
          <a:xfrm>
            <a:off x="439550" y="765750"/>
            <a:ext cx="5045700" cy="1039800"/>
          </a:xfrm>
          <a:prstGeom prst="rect">
            <a:avLst/>
          </a:prstGeom>
          <a:noFill/>
          <a:ln>
            <a:noFill/>
          </a:ln>
        </p:spPr>
        <p:txBody>
          <a:bodyPr anchorCtr="0" anchor="t" bIns="0" lIns="0" spcFirstLastPara="1" rIns="91425" wrap="square" tIns="0">
            <a:noAutofit/>
          </a:bodyPr>
          <a:lstStyle>
            <a:lvl1pPr lvl="0" algn="l">
              <a:lnSpc>
                <a:spcPct val="90000"/>
              </a:lnSpc>
              <a:spcBef>
                <a:spcPts val="0"/>
              </a:spcBef>
              <a:spcAft>
                <a:spcPts val="0"/>
              </a:spcAft>
              <a:buClr>
                <a:schemeClr val="accent6"/>
              </a:buClr>
              <a:buSzPts val="3000"/>
              <a:buFont typeface="Calibri"/>
              <a:buNone/>
              <a:defRPr sz="2400">
                <a:solidFill>
                  <a:schemeClr val="accent6"/>
                </a:solidFill>
              </a:defRPr>
            </a:lvl1pPr>
            <a:lvl2pPr lvl="1">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2pPr>
            <a:lvl3pPr lvl="2">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3pPr>
            <a:lvl4pPr lvl="3">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4pPr>
            <a:lvl5pPr lvl="4">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5pPr>
            <a:lvl6pPr lvl="5">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6pPr>
            <a:lvl7pPr lvl="6">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7pPr>
            <a:lvl8pPr lvl="7">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8pPr>
            <a:lvl9pPr lvl="8">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9pPr>
          </a:lstStyle>
          <a:p/>
        </p:txBody>
      </p:sp>
      <p:sp>
        <p:nvSpPr>
          <p:cNvPr id="65" name="Google Shape;65;p35"/>
          <p:cNvSpPr txBox="1"/>
          <p:nvPr>
            <p:ph idx="1" type="subTitle"/>
          </p:nvPr>
        </p:nvSpPr>
        <p:spPr>
          <a:xfrm>
            <a:off x="446900" y="397650"/>
            <a:ext cx="5344500" cy="5745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accent6"/>
              </a:buClr>
              <a:buSzPts val="1700"/>
              <a:buFont typeface="Lato"/>
              <a:buNone/>
              <a:defRPr sz="1600">
                <a:solidFill>
                  <a:schemeClr val="accent6"/>
                </a:solidFill>
              </a:defRPr>
            </a:lvl1pPr>
            <a:lvl2pPr lvl="1" algn="l">
              <a:lnSpc>
                <a:spcPct val="90000"/>
              </a:lnSpc>
              <a:spcBef>
                <a:spcPts val="1000"/>
              </a:spcBef>
              <a:spcAft>
                <a:spcPts val="0"/>
              </a:spcAft>
              <a:buClr>
                <a:schemeClr val="accent6"/>
              </a:buClr>
              <a:buSzPts val="1700"/>
              <a:buFont typeface="Lato"/>
              <a:buNone/>
              <a:defRPr sz="1600">
                <a:solidFill>
                  <a:schemeClr val="accent6"/>
                </a:solidFill>
              </a:defRPr>
            </a:lvl2pPr>
            <a:lvl3pPr lvl="2" algn="l">
              <a:lnSpc>
                <a:spcPct val="90000"/>
              </a:lnSpc>
              <a:spcBef>
                <a:spcPts val="1000"/>
              </a:spcBef>
              <a:spcAft>
                <a:spcPts val="0"/>
              </a:spcAft>
              <a:buClr>
                <a:schemeClr val="accent6"/>
              </a:buClr>
              <a:buSzPts val="1700"/>
              <a:buFont typeface="Lato"/>
              <a:buNone/>
              <a:defRPr sz="1600">
                <a:solidFill>
                  <a:schemeClr val="accent6"/>
                </a:solidFill>
              </a:defRPr>
            </a:lvl3pPr>
            <a:lvl4pPr lvl="3" algn="l">
              <a:lnSpc>
                <a:spcPct val="90000"/>
              </a:lnSpc>
              <a:spcBef>
                <a:spcPts val="1000"/>
              </a:spcBef>
              <a:spcAft>
                <a:spcPts val="0"/>
              </a:spcAft>
              <a:buClr>
                <a:schemeClr val="accent6"/>
              </a:buClr>
              <a:buSzPts val="1700"/>
              <a:buFont typeface="Lato"/>
              <a:buNone/>
              <a:defRPr sz="1600">
                <a:solidFill>
                  <a:schemeClr val="accent6"/>
                </a:solidFill>
              </a:defRPr>
            </a:lvl4pPr>
            <a:lvl5pPr lvl="4" algn="l">
              <a:lnSpc>
                <a:spcPct val="90000"/>
              </a:lnSpc>
              <a:spcBef>
                <a:spcPts val="1000"/>
              </a:spcBef>
              <a:spcAft>
                <a:spcPts val="0"/>
              </a:spcAft>
              <a:buClr>
                <a:schemeClr val="accent6"/>
              </a:buClr>
              <a:buSzPts val="1700"/>
              <a:buFont typeface="Lato"/>
              <a:buNone/>
              <a:defRPr sz="1600">
                <a:solidFill>
                  <a:schemeClr val="accent6"/>
                </a:solidFill>
              </a:defRPr>
            </a:lvl5pPr>
            <a:lvl6pPr lvl="5" algn="l">
              <a:lnSpc>
                <a:spcPct val="90000"/>
              </a:lnSpc>
              <a:spcBef>
                <a:spcPts val="1000"/>
              </a:spcBef>
              <a:spcAft>
                <a:spcPts val="0"/>
              </a:spcAft>
              <a:buClr>
                <a:schemeClr val="accent6"/>
              </a:buClr>
              <a:buSzPts val="1700"/>
              <a:buFont typeface="Lato"/>
              <a:buNone/>
              <a:defRPr sz="1600">
                <a:solidFill>
                  <a:schemeClr val="accent6"/>
                </a:solidFill>
              </a:defRPr>
            </a:lvl6pPr>
            <a:lvl7pPr lvl="6" algn="l">
              <a:lnSpc>
                <a:spcPct val="90000"/>
              </a:lnSpc>
              <a:spcBef>
                <a:spcPts val="1000"/>
              </a:spcBef>
              <a:spcAft>
                <a:spcPts val="0"/>
              </a:spcAft>
              <a:buClr>
                <a:schemeClr val="accent6"/>
              </a:buClr>
              <a:buSzPts val="1700"/>
              <a:buFont typeface="Lato"/>
              <a:buNone/>
              <a:defRPr sz="1600">
                <a:solidFill>
                  <a:schemeClr val="accent6"/>
                </a:solidFill>
              </a:defRPr>
            </a:lvl7pPr>
            <a:lvl8pPr lvl="7" algn="l">
              <a:lnSpc>
                <a:spcPct val="90000"/>
              </a:lnSpc>
              <a:spcBef>
                <a:spcPts val="1000"/>
              </a:spcBef>
              <a:spcAft>
                <a:spcPts val="0"/>
              </a:spcAft>
              <a:buClr>
                <a:schemeClr val="accent6"/>
              </a:buClr>
              <a:buSzPts val="1700"/>
              <a:buFont typeface="Lato"/>
              <a:buNone/>
              <a:defRPr sz="1600">
                <a:solidFill>
                  <a:schemeClr val="accent6"/>
                </a:solidFill>
              </a:defRPr>
            </a:lvl8pPr>
            <a:lvl9pPr lvl="8" algn="l">
              <a:lnSpc>
                <a:spcPct val="90000"/>
              </a:lnSpc>
              <a:spcBef>
                <a:spcPts val="1000"/>
              </a:spcBef>
              <a:spcAft>
                <a:spcPts val="1000"/>
              </a:spcAft>
              <a:buClr>
                <a:schemeClr val="accent6"/>
              </a:buClr>
              <a:buSzPts val="1700"/>
              <a:buFont typeface="Lato"/>
              <a:buNone/>
              <a:defRPr sz="1600">
                <a:solidFill>
                  <a:schemeClr val="accent6"/>
                </a:solidFill>
              </a:defRPr>
            </a:lvl9pPr>
          </a:lstStyle>
          <a:p/>
        </p:txBody>
      </p:sp>
      <p:sp>
        <p:nvSpPr>
          <p:cNvPr id="66" name="Google Shape;66;p35"/>
          <p:cNvSpPr txBox="1"/>
          <p:nvPr>
            <p:ph idx="2" type="title"/>
          </p:nvPr>
        </p:nvSpPr>
        <p:spPr>
          <a:xfrm>
            <a:off x="423025" y="2331750"/>
            <a:ext cx="1600200" cy="252000"/>
          </a:xfrm>
          <a:prstGeom prst="rect">
            <a:avLst/>
          </a:prstGeom>
          <a:noFill/>
          <a:ln>
            <a:noFill/>
          </a:ln>
        </p:spPr>
        <p:txBody>
          <a:bodyPr anchorCtr="0" anchor="ctr" bIns="0" lIns="0" spcFirstLastPara="1" rIns="91425" wrap="square" tIns="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p:txBody>
      </p:sp>
      <p:sp>
        <p:nvSpPr>
          <p:cNvPr id="67" name="Google Shape;67;p35"/>
          <p:cNvSpPr txBox="1"/>
          <p:nvPr>
            <p:ph idx="3" type="body"/>
          </p:nvPr>
        </p:nvSpPr>
        <p:spPr>
          <a:xfrm>
            <a:off x="423025" y="2733050"/>
            <a:ext cx="1600200" cy="1957200"/>
          </a:xfrm>
          <a:prstGeom prst="rect">
            <a:avLst/>
          </a:prstGeom>
          <a:noFill/>
          <a:ln>
            <a:noFill/>
          </a:ln>
        </p:spPr>
        <p:txBody>
          <a:bodyPr anchorCtr="0" anchor="t" bIns="0" lIns="0" spcFirstLastPara="1" rIns="0" wrap="square" tIns="0">
            <a:normAutofit/>
          </a:bodyPr>
          <a:lstStyle>
            <a:lvl1pPr indent="-285750" lvl="0" marL="457200" algn="l">
              <a:lnSpc>
                <a:spcPct val="115000"/>
              </a:lnSpc>
              <a:spcBef>
                <a:spcPts val="0"/>
              </a:spcBef>
              <a:spcAft>
                <a:spcPts val="0"/>
              </a:spcAft>
              <a:buClr>
                <a:schemeClr val="accent6"/>
              </a:buClr>
              <a:buSzPts val="900"/>
              <a:buChar char="●"/>
              <a:defRPr sz="900">
                <a:solidFill>
                  <a:schemeClr val="accent6"/>
                </a:solidFill>
              </a:defRPr>
            </a:lvl1pPr>
            <a:lvl2pPr indent="-285750" lvl="1" marL="914400" algn="l">
              <a:lnSpc>
                <a:spcPct val="115000"/>
              </a:lnSpc>
              <a:spcBef>
                <a:spcPts val="1000"/>
              </a:spcBef>
              <a:spcAft>
                <a:spcPts val="0"/>
              </a:spcAft>
              <a:buClr>
                <a:schemeClr val="accent6"/>
              </a:buClr>
              <a:buSzPts val="900"/>
              <a:buChar char="○"/>
              <a:defRPr sz="900">
                <a:solidFill>
                  <a:schemeClr val="accent6"/>
                </a:solidFill>
              </a:defRPr>
            </a:lvl2pPr>
            <a:lvl3pPr indent="-285750" lvl="2" marL="1371600" algn="l">
              <a:lnSpc>
                <a:spcPct val="115000"/>
              </a:lnSpc>
              <a:spcBef>
                <a:spcPts val="1000"/>
              </a:spcBef>
              <a:spcAft>
                <a:spcPts val="0"/>
              </a:spcAft>
              <a:buClr>
                <a:schemeClr val="accent6"/>
              </a:buClr>
              <a:buSzPts val="900"/>
              <a:buChar char="■"/>
              <a:defRPr sz="900">
                <a:solidFill>
                  <a:schemeClr val="accent6"/>
                </a:solidFill>
              </a:defRPr>
            </a:lvl3pPr>
            <a:lvl4pPr indent="-285750" lvl="3" marL="1828800" algn="l">
              <a:lnSpc>
                <a:spcPct val="115000"/>
              </a:lnSpc>
              <a:spcBef>
                <a:spcPts val="1000"/>
              </a:spcBef>
              <a:spcAft>
                <a:spcPts val="0"/>
              </a:spcAft>
              <a:buClr>
                <a:schemeClr val="accent6"/>
              </a:buClr>
              <a:buSzPts val="900"/>
              <a:buChar char="●"/>
              <a:defRPr sz="900">
                <a:solidFill>
                  <a:schemeClr val="accent6"/>
                </a:solidFill>
              </a:defRPr>
            </a:lvl4pPr>
            <a:lvl5pPr indent="-285750" lvl="4" marL="2286000" algn="l">
              <a:lnSpc>
                <a:spcPct val="115000"/>
              </a:lnSpc>
              <a:spcBef>
                <a:spcPts val="1000"/>
              </a:spcBef>
              <a:spcAft>
                <a:spcPts val="0"/>
              </a:spcAft>
              <a:buClr>
                <a:schemeClr val="accent6"/>
              </a:buClr>
              <a:buSzPts val="900"/>
              <a:buChar char="○"/>
              <a:defRPr sz="900">
                <a:solidFill>
                  <a:schemeClr val="accent6"/>
                </a:solidFill>
              </a:defRPr>
            </a:lvl5pPr>
            <a:lvl6pPr indent="-285750" lvl="5" marL="2743200" algn="l">
              <a:lnSpc>
                <a:spcPct val="115000"/>
              </a:lnSpc>
              <a:spcBef>
                <a:spcPts val="1000"/>
              </a:spcBef>
              <a:spcAft>
                <a:spcPts val="0"/>
              </a:spcAft>
              <a:buClr>
                <a:schemeClr val="accent6"/>
              </a:buClr>
              <a:buSzPts val="900"/>
              <a:buChar char="■"/>
              <a:defRPr sz="900">
                <a:solidFill>
                  <a:schemeClr val="accent6"/>
                </a:solidFill>
              </a:defRPr>
            </a:lvl6pPr>
            <a:lvl7pPr indent="-285750" lvl="6" marL="3200400" algn="l">
              <a:lnSpc>
                <a:spcPct val="115000"/>
              </a:lnSpc>
              <a:spcBef>
                <a:spcPts val="1000"/>
              </a:spcBef>
              <a:spcAft>
                <a:spcPts val="0"/>
              </a:spcAft>
              <a:buClr>
                <a:schemeClr val="accent6"/>
              </a:buClr>
              <a:buSzPts val="900"/>
              <a:buChar char="●"/>
              <a:defRPr sz="900">
                <a:solidFill>
                  <a:schemeClr val="accent6"/>
                </a:solidFill>
              </a:defRPr>
            </a:lvl7pPr>
            <a:lvl8pPr indent="-285750" lvl="7" marL="3657600" algn="l">
              <a:lnSpc>
                <a:spcPct val="115000"/>
              </a:lnSpc>
              <a:spcBef>
                <a:spcPts val="1000"/>
              </a:spcBef>
              <a:spcAft>
                <a:spcPts val="0"/>
              </a:spcAft>
              <a:buClr>
                <a:schemeClr val="accent6"/>
              </a:buClr>
              <a:buSzPts val="900"/>
              <a:buChar char="○"/>
              <a:defRPr sz="900">
                <a:solidFill>
                  <a:schemeClr val="accent6"/>
                </a:solidFill>
              </a:defRPr>
            </a:lvl8pPr>
            <a:lvl9pPr indent="-285750" lvl="8" marL="4114800" algn="l">
              <a:lnSpc>
                <a:spcPct val="115000"/>
              </a:lnSpc>
              <a:spcBef>
                <a:spcPts val="1000"/>
              </a:spcBef>
              <a:spcAft>
                <a:spcPts val="1000"/>
              </a:spcAft>
              <a:buClr>
                <a:schemeClr val="accent6"/>
              </a:buClr>
              <a:buSzPts val="900"/>
              <a:buChar char="■"/>
              <a:defRPr sz="900">
                <a:solidFill>
                  <a:schemeClr val="accent6"/>
                </a:solidFill>
              </a:defRPr>
            </a:lvl9pPr>
          </a:lstStyle>
          <a:p/>
        </p:txBody>
      </p:sp>
      <p:sp>
        <p:nvSpPr>
          <p:cNvPr id="68" name="Google Shape;68;p35"/>
          <p:cNvSpPr txBox="1"/>
          <p:nvPr>
            <p:ph idx="4" type="title"/>
          </p:nvPr>
        </p:nvSpPr>
        <p:spPr>
          <a:xfrm>
            <a:off x="2568575" y="2331750"/>
            <a:ext cx="1722300" cy="252000"/>
          </a:xfrm>
          <a:prstGeom prst="rect">
            <a:avLst/>
          </a:prstGeom>
          <a:noFill/>
          <a:ln>
            <a:noFill/>
          </a:ln>
        </p:spPr>
        <p:txBody>
          <a:bodyPr anchorCtr="0" anchor="ctr" bIns="0" lIns="0" spcFirstLastPara="1" rIns="91425" wrap="square" tIns="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p:txBody>
      </p:sp>
      <p:sp>
        <p:nvSpPr>
          <p:cNvPr id="69" name="Google Shape;69;p35"/>
          <p:cNvSpPr txBox="1"/>
          <p:nvPr>
            <p:ph idx="5" type="body"/>
          </p:nvPr>
        </p:nvSpPr>
        <p:spPr>
          <a:xfrm>
            <a:off x="2568575" y="2733050"/>
            <a:ext cx="1722300" cy="1957200"/>
          </a:xfrm>
          <a:prstGeom prst="rect">
            <a:avLst/>
          </a:prstGeom>
          <a:noFill/>
          <a:ln>
            <a:noFill/>
          </a:ln>
        </p:spPr>
        <p:txBody>
          <a:bodyPr anchorCtr="0" anchor="t" bIns="0" lIns="0" spcFirstLastPara="1" rIns="0" wrap="square" tIns="0">
            <a:normAutofit/>
          </a:bodyPr>
          <a:lstStyle>
            <a:lvl1pPr indent="-285750" lvl="0" marL="457200" algn="l">
              <a:lnSpc>
                <a:spcPct val="115000"/>
              </a:lnSpc>
              <a:spcBef>
                <a:spcPts val="0"/>
              </a:spcBef>
              <a:spcAft>
                <a:spcPts val="0"/>
              </a:spcAft>
              <a:buClr>
                <a:schemeClr val="accent6"/>
              </a:buClr>
              <a:buSzPts val="900"/>
              <a:buChar char="●"/>
              <a:defRPr sz="900">
                <a:solidFill>
                  <a:schemeClr val="accent6"/>
                </a:solidFill>
              </a:defRPr>
            </a:lvl1pPr>
            <a:lvl2pPr indent="-285750" lvl="1" marL="914400" algn="l">
              <a:lnSpc>
                <a:spcPct val="115000"/>
              </a:lnSpc>
              <a:spcBef>
                <a:spcPts val="1000"/>
              </a:spcBef>
              <a:spcAft>
                <a:spcPts val="0"/>
              </a:spcAft>
              <a:buClr>
                <a:schemeClr val="accent6"/>
              </a:buClr>
              <a:buSzPts val="900"/>
              <a:buChar char="○"/>
              <a:defRPr sz="900">
                <a:solidFill>
                  <a:schemeClr val="accent6"/>
                </a:solidFill>
              </a:defRPr>
            </a:lvl2pPr>
            <a:lvl3pPr indent="-285750" lvl="2" marL="1371600" algn="l">
              <a:lnSpc>
                <a:spcPct val="115000"/>
              </a:lnSpc>
              <a:spcBef>
                <a:spcPts val="1000"/>
              </a:spcBef>
              <a:spcAft>
                <a:spcPts val="0"/>
              </a:spcAft>
              <a:buClr>
                <a:schemeClr val="accent6"/>
              </a:buClr>
              <a:buSzPts val="900"/>
              <a:buChar char="■"/>
              <a:defRPr sz="900">
                <a:solidFill>
                  <a:schemeClr val="accent6"/>
                </a:solidFill>
              </a:defRPr>
            </a:lvl3pPr>
            <a:lvl4pPr indent="-285750" lvl="3" marL="1828800" algn="l">
              <a:lnSpc>
                <a:spcPct val="115000"/>
              </a:lnSpc>
              <a:spcBef>
                <a:spcPts val="1000"/>
              </a:spcBef>
              <a:spcAft>
                <a:spcPts val="0"/>
              </a:spcAft>
              <a:buClr>
                <a:schemeClr val="accent6"/>
              </a:buClr>
              <a:buSzPts val="900"/>
              <a:buChar char="●"/>
              <a:defRPr sz="900">
                <a:solidFill>
                  <a:schemeClr val="accent6"/>
                </a:solidFill>
              </a:defRPr>
            </a:lvl4pPr>
            <a:lvl5pPr indent="-285750" lvl="4" marL="2286000" algn="l">
              <a:lnSpc>
                <a:spcPct val="115000"/>
              </a:lnSpc>
              <a:spcBef>
                <a:spcPts val="1000"/>
              </a:spcBef>
              <a:spcAft>
                <a:spcPts val="0"/>
              </a:spcAft>
              <a:buClr>
                <a:schemeClr val="accent6"/>
              </a:buClr>
              <a:buSzPts val="900"/>
              <a:buChar char="○"/>
              <a:defRPr sz="900">
                <a:solidFill>
                  <a:schemeClr val="accent6"/>
                </a:solidFill>
              </a:defRPr>
            </a:lvl5pPr>
            <a:lvl6pPr indent="-285750" lvl="5" marL="2743200" algn="l">
              <a:lnSpc>
                <a:spcPct val="115000"/>
              </a:lnSpc>
              <a:spcBef>
                <a:spcPts val="1000"/>
              </a:spcBef>
              <a:spcAft>
                <a:spcPts val="0"/>
              </a:spcAft>
              <a:buClr>
                <a:schemeClr val="accent6"/>
              </a:buClr>
              <a:buSzPts val="900"/>
              <a:buChar char="■"/>
              <a:defRPr sz="900">
                <a:solidFill>
                  <a:schemeClr val="accent6"/>
                </a:solidFill>
              </a:defRPr>
            </a:lvl6pPr>
            <a:lvl7pPr indent="-285750" lvl="6" marL="3200400" algn="l">
              <a:lnSpc>
                <a:spcPct val="115000"/>
              </a:lnSpc>
              <a:spcBef>
                <a:spcPts val="1000"/>
              </a:spcBef>
              <a:spcAft>
                <a:spcPts val="0"/>
              </a:spcAft>
              <a:buClr>
                <a:schemeClr val="accent6"/>
              </a:buClr>
              <a:buSzPts val="900"/>
              <a:buChar char="●"/>
              <a:defRPr sz="900">
                <a:solidFill>
                  <a:schemeClr val="accent6"/>
                </a:solidFill>
              </a:defRPr>
            </a:lvl7pPr>
            <a:lvl8pPr indent="-285750" lvl="7" marL="3657600" algn="l">
              <a:lnSpc>
                <a:spcPct val="115000"/>
              </a:lnSpc>
              <a:spcBef>
                <a:spcPts val="1000"/>
              </a:spcBef>
              <a:spcAft>
                <a:spcPts val="0"/>
              </a:spcAft>
              <a:buClr>
                <a:schemeClr val="accent6"/>
              </a:buClr>
              <a:buSzPts val="900"/>
              <a:buChar char="○"/>
              <a:defRPr sz="900">
                <a:solidFill>
                  <a:schemeClr val="accent6"/>
                </a:solidFill>
              </a:defRPr>
            </a:lvl8pPr>
            <a:lvl9pPr indent="-285750" lvl="8" marL="4114800" algn="l">
              <a:lnSpc>
                <a:spcPct val="115000"/>
              </a:lnSpc>
              <a:spcBef>
                <a:spcPts val="1000"/>
              </a:spcBef>
              <a:spcAft>
                <a:spcPts val="1000"/>
              </a:spcAft>
              <a:buClr>
                <a:schemeClr val="accent6"/>
              </a:buClr>
              <a:buSzPts val="900"/>
              <a:buChar char="■"/>
              <a:defRPr sz="900">
                <a:solidFill>
                  <a:schemeClr val="accent6"/>
                </a:solidFill>
              </a:defRPr>
            </a:lvl9pPr>
          </a:lstStyle>
          <a:p/>
        </p:txBody>
      </p:sp>
      <p:sp>
        <p:nvSpPr>
          <p:cNvPr id="70" name="Google Shape;70;p35"/>
          <p:cNvSpPr txBox="1"/>
          <p:nvPr>
            <p:ph idx="6" type="title"/>
          </p:nvPr>
        </p:nvSpPr>
        <p:spPr>
          <a:xfrm>
            <a:off x="4751950" y="2331750"/>
            <a:ext cx="1722300" cy="252000"/>
          </a:xfrm>
          <a:prstGeom prst="rect">
            <a:avLst/>
          </a:prstGeom>
          <a:noFill/>
          <a:ln>
            <a:noFill/>
          </a:ln>
        </p:spPr>
        <p:txBody>
          <a:bodyPr anchorCtr="0" anchor="ctr" bIns="0" lIns="0" spcFirstLastPara="1" rIns="91425" wrap="square" tIns="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p:txBody>
      </p:sp>
      <p:sp>
        <p:nvSpPr>
          <p:cNvPr id="71" name="Google Shape;71;p35"/>
          <p:cNvSpPr txBox="1"/>
          <p:nvPr>
            <p:ph idx="7" type="body"/>
          </p:nvPr>
        </p:nvSpPr>
        <p:spPr>
          <a:xfrm>
            <a:off x="4751950" y="2733050"/>
            <a:ext cx="1722300" cy="1957200"/>
          </a:xfrm>
          <a:prstGeom prst="rect">
            <a:avLst/>
          </a:prstGeom>
          <a:noFill/>
          <a:ln>
            <a:noFill/>
          </a:ln>
        </p:spPr>
        <p:txBody>
          <a:bodyPr anchorCtr="0" anchor="t" bIns="0" lIns="0" spcFirstLastPara="1" rIns="0" wrap="square" tIns="0">
            <a:normAutofit/>
          </a:bodyPr>
          <a:lstStyle>
            <a:lvl1pPr indent="-285750" lvl="0" marL="457200" algn="l">
              <a:lnSpc>
                <a:spcPct val="115000"/>
              </a:lnSpc>
              <a:spcBef>
                <a:spcPts val="0"/>
              </a:spcBef>
              <a:spcAft>
                <a:spcPts val="0"/>
              </a:spcAft>
              <a:buClr>
                <a:schemeClr val="accent6"/>
              </a:buClr>
              <a:buSzPts val="900"/>
              <a:buChar char="●"/>
              <a:defRPr sz="900">
                <a:solidFill>
                  <a:schemeClr val="accent6"/>
                </a:solidFill>
              </a:defRPr>
            </a:lvl1pPr>
            <a:lvl2pPr indent="-285750" lvl="1" marL="914400" algn="l">
              <a:lnSpc>
                <a:spcPct val="115000"/>
              </a:lnSpc>
              <a:spcBef>
                <a:spcPts val="1000"/>
              </a:spcBef>
              <a:spcAft>
                <a:spcPts val="0"/>
              </a:spcAft>
              <a:buClr>
                <a:schemeClr val="accent6"/>
              </a:buClr>
              <a:buSzPts val="900"/>
              <a:buChar char="○"/>
              <a:defRPr sz="900">
                <a:solidFill>
                  <a:schemeClr val="accent6"/>
                </a:solidFill>
              </a:defRPr>
            </a:lvl2pPr>
            <a:lvl3pPr indent="-285750" lvl="2" marL="1371600" algn="l">
              <a:lnSpc>
                <a:spcPct val="115000"/>
              </a:lnSpc>
              <a:spcBef>
                <a:spcPts val="1000"/>
              </a:spcBef>
              <a:spcAft>
                <a:spcPts val="0"/>
              </a:spcAft>
              <a:buClr>
                <a:schemeClr val="accent6"/>
              </a:buClr>
              <a:buSzPts val="900"/>
              <a:buChar char="■"/>
              <a:defRPr sz="900">
                <a:solidFill>
                  <a:schemeClr val="accent6"/>
                </a:solidFill>
              </a:defRPr>
            </a:lvl3pPr>
            <a:lvl4pPr indent="-285750" lvl="3" marL="1828800" algn="l">
              <a:lnSpc>
                <a:spcPct val="115000"/>
              </a:lnSpc>
              <a:spcBef>
                <a:spcPts val="1000"/>
              </a:spcBef>
              <a:spcAft>
                <a:spcPts val="0"/>
              </a:spcAft>
              <a:buClr>
                <a:schemeClr val="accent6"/>
              </a:buClr>
              <a:buSzPts val="900"/>
              <a:buChar char="●"/>
              <a:defRPr sz="900">
                <a:solidFill>
                  <a:schemeClr val="accent6"/>
                </a:solidFill>
              </a:defRPr>
            </a:lvl4pPr>
            <a:lvl5pPr indent="-285750" lvl="4" marL="2286000" algn="l">
              <a:lnSpc>
                <a:spcPct val="115000"/>
              </a:lnSpc>
              <a:spcBef>
                <a:spcPts val="1000"/>
              </a:spcBef>
              <a:spcAft>
                <a:spcPts val="0"/>
              </a:spcAft>
              <a:buClr>
                <a:schemeClr val="accent6"/>
              </a:buClr>
              <a:buSzPts val="900"/>
              <a:buChar char="○"/>
              <a:defRPr sz="900">
                <a:solidFill>
                  <a:schemeClr val="accent6"/>
                </a:solidFill>
              </a:defRPr>
            </a:lvl5pPr>
            <a:lvl6pPr indent="-285750" lvl="5" marL="2743200" algn="l">
              <a:lnSpc>
                <a:spcPct val="115000"/>
              </a:lnSpc>
              <a:spcBef>
                <a:spcPts val="1000"/>
              </a:spcBef>
              <a:spcAft>
                <a:spcPts val="0"/>
              </a:spcAft>
              <a:buClr>
                <a:schemeClr val="accent6"/>
              </a:buClr>
              <a:buSzPts val="900"/>
              <a:buChar char="■"/>
              <a:defRPr sz="900">
                <a:solidFill>
                  <a:schemeClr val="accent6"/>
                </a:solidFill>
              </a:defRPr>
            </a:lvl6pPr>
            <a:lvl7pPr indent="-285750" lvl="6" marL="3200400" algn="l">
              <a:lnSpc>
                <a:spcPct val="115000"/>
              </a:lnSpc>
              <a:spcBef>
                <a:spcPts val="1000"/>
              </a:spcBef>
              <a:spcAft>
                <a:spcPts val="0"/>
              </a:spcAft>
              <a:buClr>
                <a:schemeClr val="accent6"/>
              </a:buClr>
              <a:buSzPts val="900"/>
              <a:buChar char="●"/>
              <a:defRPr sz="900">
                <a:solidFill>
                  <a:schemeClr val="accent6"/>
                </a:solidFill>
              </a:defRPr>
            </a:lvl7pPr>
            <a:lvl8pPr indent="-285750" lvl="7" marL="3657600" algn="l">
              <a:lnSpc>
                <a:spcPct val="115000"/>
              </a:lnSpc>
              <a:spcBef>
                <a:spcPts val="1000"/>
              </a:spcBef>
              <a:spcAft>
                <a:spcPts val="0"/>
              </a:spcAft>
              <a:buClr>
                <a:schemeClr val="accent6"/>
              </a:buClr>
              <a:buSzPts val="900"/>
              <a:buChar char="○"/>
              <a:defRPr sz="900">
                <a:solidFill>
                  <a:schemeClr val="accent6"/>
                </a:solidFill>
              </a:defRPr>
            </a:lvl8pPr>
            <a:lvl9pPr indent="-285750" lvl="8" marL="4114800" algn="l">
              <a:lnSpc>
                <a:spcPct val="115000"/>
              </a:lnSpc>
              <a:spcBef>
                <a:spcPts val="1000"/>
              </a:spcBef>
              <a:spcAft>
                <a:spcPts val="1000"/>
              </a:spcAft>
              <a:buClr>
                <a:schemeClr val="accent6"/>
              </a:buClr>
              <a:buSzPts val="900"/>
              <a:buChar char="■"/>
              <a:defRPr sz="900">
                <a:solidFill>
                  <a:schemeClr val="accent6"/>
                </a:solidFill>
              </a:defRPr>
            </a:lvl9pPr>
          </a:lstStyle>
          <a:p/>
        </p:txBody>
      </p:sp>
      <p:sp>
        <p:nvSpPr>
          <p:cNvPr id="72" name="Google Shape;72;p35"/>
          <p:cNvSpPr txBox="1"/>
          <p:nvPr>
            <p:ph idx="8" type="title"/>
          </p:nvPr>
        </p:nvSpPr>
        <p:spPr>
          <a:xfrm>
            <a:off x="6909425" y="2331750"/>
            <a:ext cx="1722300" cy="252000"/>
          </a:xfrm>
          <a:prstGeom prst="rect">
            <a:avLst/>
          </a:prstGeom>
          <a:noFill/>
          <a:ln>
            <a:noFill/>
          </a:ln>
        </p:spPr>
        <p:txBody>
          <a:bodyPr anchorCtr="0" anchor="ctr" bIns="0" lIns="0" spcFirstLastPara="1" rIns="91425" wrap="square" tIns="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p:txBody>
      </p:sp>
      <p:sp>
        <p:nvSpPr>
          <p:cNvPr id="73" name="Google Shape;73;p35"/>
          <p:cNvSpPr txBox="1"/>
          <p:nvPr>
            <p:ph idx="9" type="body"/>
          </p:nvPr>
        </p:nvSpPr>
        <p:spPr>
          <a:xfrm>
            <a:off x="6855900" y="2733050"/>
            <a:ext cx="1722300" cy="1957200"/>
          </a:xfrm>
          <a:prstGeom prst="rect">
            <a:avLst/>
          </a:prstGeom>
          <a:noFill/>
          <a:ln>
            <a:noFill/>
          </a:ln>
        </p:spPr>
        <p:txBody>
          <a:bodyPr anchorCtr="0" anchor="t" bIns="0" lIns="0" spcFirstLastPara="1" rIns="0" wrap="square" tIns="0">
            <a:normAutofit/>
          </a:bodyPr>
          <a:lstStyle>
            <a:lvl1pPr indent="-285750" lvl="0" marL="457200" algn="l">
              <a:lnSpc>
                <a:spcPct val="115000"/>
              </a:lnSpc>
              <a:spcBef>
                <a:spcPts val="0"/>
              </a:spcBef>
              <a:spcAft>
                <a:spcPts val="0"/>
              </a:spcAft>
              <a:buClr>
                <a:schemeClr val="accent6"/>
              </a:buClr>
              <a:buSzPts val="900"/>
              <a:buChar char="●"/>
              <a:defRPr sz="900">
                <a:solidFill>
                  <a:schemeClr val="accent6"/>
                </a:solidFill>
              </a:defRPr>
            </a:lvl1pPr>
            <a:lvl2pPr indent="-285750" lvl="1" marL="914400" algn="l">
              <a:lnSpc>
                <a:spcPct val="115000"/>
              </a:lnSpc>
              <a:spcBef>
                <a:spcPts val="1000"/>
              </a:spcBef>
              <a:spcAft>
                <a:spcPts val="0"/>
              </a:spcAft>
              <a:buClr>
                <a:schemeClr val="accent6"/>
              </a:buClr>
              <a:buSzPts val="900"/>
              <a:buChar char="○"/>
              <a:defRPr sz="900">
                <a:solidFill>
                  <a:schemeClr val="accent6"/>
                </a:solidFill>
              </a:defRPr>
            </a:lvl2pPr>
            <a:lvl3pPr indent="-285750" lvl="2" marL="1371600" algn="l">
              <a:lnSpc>
                <a:spcPct val="115000"/>
              </a:lnSpc>
              <a:spcBef>
                <a:spcPts val="1000"/>
              </a:spcBef>
              <a:spcAft>
                <a:spcPts val="0"/>
              </a:spcAft>
              <a:buClr>
                <a:schemeClr val="accent6"/>
              </a:buClr>
              <a:buSzPts val="900"/>
              <a:buChar char="■"/>
              <a:defRPr sz="900">
                <a:solidFill>
                  <a:schemeClr val="accent6"/>
                </a:solidFill>
              </a:defRPr>
            </a:lvl3pPr>
            <a:lvl4pPr indent="-285750" lvl="3" marL="1828800" algn="l">
              <a:lnSpc>
                <a:spcPct val="115000"/>
              </a:lnSpc>
              <a:spcBef>
                <a:spcPts val="1000"/>
              </a:spcBef>
              <a:spcAft>
                <a:spcPts val="0"/>
              </a:spcAft>
              <a:buClr>
                <a:schemeClr val="accent6"/>
              </a:buClr>
              <a:buSzPts val="900"/>
              <a:buChar char="●"/>
              <a:defRPr sz="900">
                <a:solidFill>
                  <a:schemeClr val="accent6"/>
                </a:solidFill>
              </a:defRPr>
            </a:lvl4pPr>
            <a:lvl5pPr indent="-285750" lvl="4" marL="2286000" algn="l">
              <a:lnSpc>
                <a:spcPct val="115000"/>
              </a:lnSpc>
              <a:spcBef>
                <a:spcPts val="1000"/>
              </a:spcBef>
              <a:spcAft>
                <a:spcPts val="0"/>
              </a:spcAft>
              <a:buClr>
                <a:schemeClr val="accent6"/>
              </a:buClr>
              <a:buSzPts val="900"/>
              <a:buChar char="○"/>
              <a:defRPr sz="900">
                <a:solidFill>
                  <a:schemeClr val="accent6"/>
                </a:solidFill>
              </a:defRPr>
            </a:lvl5pPr>
            <a:lvl6pPr indent="-285750" lvl="5" marL="2743200" algn="l">
              <a:lnSpc>
                <a:spcPct val="115000"/>
              </a:lnSpc>
              <a:spcBef>
                <a:spcPts val="1000"/>
              </a:spcBef>
              <a:spcAft>
                <a:spcPts val="0"/>
              </a:spcAft>
              <a:buClr>
                <a:schemeClr val="accent6"/>
              </a:buClr>
              <a:buSzPts val="900"/>
              <a:buChar char="■"/>
              <a:defRPr sz="900">
                <a:solidFill>
                  <a:schemeClr val="accent6"/>
                </a:solidFill>
              </a:defRPr>
            </a:lvl6pPr>
            <a:lvl7pPr indent="-285750" lvl="6" marL="3200400" algn="l">
              <a:lnSpc>
                <a:spcPct val="115000"/>
              </a:lnSpc>
              <a:spcBef>
                <a:spcPts val="1000"/>
              </a:spcBef>
              <a:spcAft>
                <a:spcPts val="0"/>
              </a:spcAft>
              <a:buClr>
                <a:schemeClr val="accent6"/>
              </a:buClr>
              <a:buSzPts val="900"/>
              <a:buChar char="●"/>
              <a:defRPr sz="900">
                <a:solidFill>
                  <a:schemeClr val="accent6"/>
                </a:solidFill>
              </a:defRPr>
            </a:lvl7pPr>
            <a:lvl8pPr indent="-285750" lvl="7" marL="3657600" algn="l">
              <a:lnSpc>
                <a:spcPct val="115000"/>
              </a:lnSpc>
              <a:spcBef>
                <a:spcPts val="1000"/>
              </a:spcBef>
              <a:spcAft>
                <a:spcPts val="0"/>
              </a:spcAft>
              <a:buClr>
                <a:schemeClr val="accent6"/>
              </a:buClr>
              <a:buSzPts val="900"/>
              <a:buChar char="○"/>
              <a:defRPr sz="900">
                <a:solidFill>
                  <a:schemeClr val="accent6"/>
                </a:solidFill>
              </a:defRPr>
            </a:lvl8pPr>
            <a:lvl9pPr indent="-285750" lvl="8" marL="4114800" algn="l">
              <a:lnSpc>
                <a:spcPct val="115000"/>
              </a:lnSpc>
              <a:spcBef>
                <a:spcPts val="1000"/>
              </a:spcBef>
              <a:spcAft>
                <a:spcPts val="1000"/>
              </a:spcAft>
              <a:buClr>
                <a:schemeClr val="accent6"/>
              </a:buClr>
              <a:buSzPts val="900"/>
              <a:buChar char="■"/>
              <a:defRPr sz="900">
                <a:solidFill>
                  <a:schemeClr val="accent6"/>
                </a:solidFill>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p:cSld name="Thank you">
    <p:spTree>
      <p:nvGrpSpPr>
        <p:cNvPr id="74" name="Shape 74"/>
        <p:cNvGrpSpPr/>
        <p:nvPr/>
      </p:nvGrpSpPr>
      <p:grpSpPr>
        <a:xfrm>
          <a:off x="0" y="0"/>
          <a:ext cx="0" cy="0"/>
          <a:chOff x="0" y="0"/>
          <a:chExt cx="0" cy="0"/>
        </a:xfrm>
      </p:grpSpPr>
      <p:sp>
        <p:nvSpPr>
          <p:cNvPr id="75" name="Google Shape;75;p36"/>
          <p:cNvSpPr txBox="1"/>
          <p:nvPr>
            <p:ph type="title"/>
          </p:nvPr>
        </p:nvSpPr>
        <p:spPr>
          <a:xfrm>
            <a:off x="2131600" y="3667325"/>
            <a:ext cx="2026500" cy="367200"/>
          </a:xfrm>
          <a:prstGeom prst="rect">
            <a:avLst/>
          </a:prstGeom>
          <a:noFill/>
          <a:ln>
            <a:noFill/>
          </a:ln>
        </p:spPr>
        <p:txBody>
          <a:bodyPr anchorCtr="0" anchor="ctr" bIns="0" lIns="0" spcFirstLastPara="1" rIns="91425" wrap="square" tIns="0">
            <a:noAutofit/>
          </a:bodyPr>
          <a:lstStyle>
            <a:lvl1pPr lvl="0" algn="ctr">
              <a:lnSpc>
                <a:spcPct val="100000"/>
              </a:lnSpc>
              <a:spcBef>
                <a:spcPts val="0"/>
              </a:spcBef>
              <a:spcAft>
                <a:spcPts val="0"/>
              </a:spcAft>
              <a:buClr>
                <a:schemeClr val="dk1"/>
              </a:buClr>
              <a:buSzPts val="3000"/>
              <a:buFont typeface="Calibri"/>
              <a:buNone/>
              <a:defRPr sz="1000"/>
            </a:lvl1pPr>
            <a:lvl2pPr lvl="1">
              <a:spcBef>
                <a:spcPts val="0"/>
              </a:spcBef>
              <a:spcAft>
                <a:spcPts val="0"/>
              </a:spcAft>
              <a:buClr>
                <a:schemeClr val="dk1"/>
              </a:buClr>
              <a:buSzPts val="3000"/>
              <a:buNone/>
              <a:defRPr/>
            </a:lvl2pPr>
            <a:lvl3pPr lvl="2">
              <a:spcBef>
                <a:spcPts val="0"/>
              </a:spcBef>
              <a:spcAft>
                <a:spcPts val="0"/>
              </a:spcAft>
              <a:buClr>
                <a:schemeClr val="dk1"/>
              </a:buClr>
              <a:buSzPts val="3000"/>
              <a:buNone/>
              <a:defRPr/>
            </a:lvl3pPr>
            <a:lvl4pPr lvl="3">
              <a:spcBef>
                <a:spcPts val="0"/>
              </a:spcBef>
              <a:spcAft>
                <a:spcPts val="0"/>
              </a:spcAft>
              <a:buClr>
                <a:schemeClr val="dk1"/>
              </a:buClr>
              <a:buSzPts val="3000"/>
              <a:buNone/>
              <a:defRPr/>
            </a:lvl4pPr>
            <a:lvl5pPr lvl="4">
              <a:spcBef>
                <a:spcPts val="0"/>
              </a:spcBef>
              <a:spcAft>
                <a:spcPts val="0"/>
              </a:spcAft>
              <a:buClr>
                <a:schemeClr val="dk1"/>
              </a:buClr>
              <a:buSzPts val="3000"/>
              <a:buNone/>
              <a:defRPr/>
            </a:lvl5pPr>
            <a:lvl6pPr lvl="5">
              <a:spcBef>
                <a:spcPts val="0"/>
              </a:spcBef>
              <a:spcAft>
                <a:spcPts val="0"/>
              </a:spcAft>
              <a:buClr>
                <a:schemeClr val="dk1"/>
              </a:buClr>
              <a:buSzPts val="3000"/>
              <a:buNone/>
              <a:defRPr/>
            </a:lvl6pPr>
            <a:lvl7pPr lvl="6">
              <a:spcBef>
                <a:spcPts val="0"/>
              </a:spcBef>
              <a:spcAft>
                <a:spcPts val="0"/>
              </a:spcAft>
              <a:buClr>
                <a:schemeClr val="dk1"/>
              </a:buClr>
              <a:buSzPts val="3000"/>
              <a:buNone/>
              <a:defRPr/>
            </a:lvl7pPr>
            <a:lvl8pPr lvl="7">
              <a:spcBef>
                <a:spcPts val="0"/>
              </a:spcBef>
              <a:spcAft>
                <a:spcPts val="0"/>
              </a:spcAft>
              <a:buClr>
                <a:schemeClr val="dk1"/>
              </a:buClr>
              <a:buSzPts val="3000"/>
              <a:buNone/>
              <a:defRPr/>
            </a:lvl8pPr>
            <a:lvl9pPr lvl="8">
              <a:spcBef>
                <a:spcPts val="0"/>
              </a:spcBef>
              <a:spcAft>
                <a:spcPts val="0"/>
              </a:spcAft>
              <a:buClr>
                <a:schemeClr val="dk1"/>
              </a:buClr>
              <a:buSzPts val="3000"/>
              <a:buNone/>
              <a:defRPr/>
            </a:lvl9pPr>
          </a:lstStyle>
          <a:p/>
        </p:txBody>
      </p:sp>
      <p:sp>
        <p:nvSpPr>
          <p:cNvPr id="76" name="Google Shape;76;p36"/>
          <p:cNvSpPr txBox="1"/>
          <p:nvPr>
            <p:ph idx="1" type="subTitle"/>
          </p:nvPr>
        </p:nvSpPr>
        <p:spPr>
          <a:xfrm>
            <a:off x="1917225" y="4072850"/>
            <a:ext cx="2536500" cy="5469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dk1"/>
              </a:buClr>
              <a:buSzPts val="1000"/>
              <a:buNone/>
              <a:defRPr>
                <a:solidFill>
                  <a:schemeClr val="dk1"/>
                </a:solidFill>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p:txBody>
      </p:sp>
      <p:sp>
        <p:nvSpPr>
          <p:cNvPr id="77" name="Google Shape;77;p36"/>
          <p:cNvSpPr/>
          <p:nvPr>
            <p:ph idx="2" type="pic"/>
          </p:nvPr>
        </p:nvSpPr>
        <p:spPr>
          <a:xfrm>
            <a:off x="387475" y="3575855"/>
            <a:ext cx="1309500" cy="1050000"/>
          </a:xfrm>
          <a:prstGeom prst="snip1Rect">
            <a:avLst>
              <a:gd fmla="val 16667" name="adj"/>
            </a:avLst>
          </a:prstGeom>
          <a:noFill/>
          <a:ln>
            <a:noFill/>
          </a:ln>
        </p:spPr>
      </p:sp>
      <p:sp>
        <p:nvSpPr>
          <p:cNvPr id="78" name="Google Shape;78;p36"/>
          <p:cNvSpPr txBox="1"/>
          <p:nvPr>
            <p:ph idx="3" type="title"/>
          </p:nvPr>
        </p:nvSpPr>
        <p:spPr>
          <a:xfrm>
            <a:off x="409500" y="1578275"/>
            <a:ext cx="3354000" cy="1091100"/>
          </a:xfrm>
          <a:prstGeom prst="rect">
            <a:avLst/>
          </a:prstGeom>
          <a:noFill/>
          <a:ln>
            <a:noFill/>
          </a:ln>
        </p:spPr>
        <p:txBody>
          <a:bodyPr anchorCtr="0" anchor="t" bIns="0" lIns="0" spcFirstLastPara="1" rIns="91425" wrap="square" tIns="0">
            <a:noAutofit/>
          </a:bodyPr>
          <a:lstStyle>
            <a:lvl1pPr lvl="0" algn="l">
              <a:lnSpc>
                <a:spcPct val="100000"/>
              </a:lnSpc>
              <a:spcBef>
                <a:spcPts val="0"/>
              </a:spcBef>
              <a:spcAft>
                <a:spcPts val="0"/>
              </a:spcAft>
              <a:buClr>
                <a:schemeClr val="dk1"/>
              </a:buClr>
              <a:buSzPts val="3400"/>
              <a:buFont typeface="Lato"/>
              <a:buNone/>
              <a:defRPr sz="1600">
                <a:latin typeface="Lato"/>
                <a:ea typeface="Lato"/>
                <a:cs typeface="Lato"/>
                <a:sym typeface="Lato"/>
              </a:defRPr>
            </a:lvl1pPr>
            <a:lvl2pPr lvl="1">
              <a:lnSpc>
                <a:spcPct val="100000"/>
              </a:lnSpc>
              <a:spcBef>
                <a:spcPts val="0"/>
              </a:spcBef>
              <a:spcAft>
                <a:spcPts val="0"/>
              </a:spcAft>
              <a:buClr>
                <a:schemeClr val="dk1"/>
              </a:buClr>
              <a:buSzPts val="3400"/>
              <a:buFont typeface="Lato"/>
              <a:buNone/>
              <a:defRPr sz="1600">
                <a:latin typeface="Lato"/>
                <a:ea typeface="Lato"/>
                <a:cs typeface="Lato"/>
                <a:sym typeface="Lato"/>
              </a:defRPr>
            </a:lvl2pPr>
            <a:lvl3pPr lvl="2">
              <a:lnSpc>
                <a:spcPct val="100000"/>
              </a:lnSpc>
              <a:spcBef>
                <a:spcPts val="0"/>
              </a:spcBef>
              <a:spcAft>
                <a:spcPts val="0"/>
              </a:spcAft>
              <a:buClr>
                <a:schemeClr val="dk1"/>
              </a:buClr>
              <a:buSzPts val="3400"/>
              <a:buFont typeface="Lato"/>
              <a:buNone/>
              <a:defRPr sz="1600">
                <a:latin typeface="Lato"/>
                <a:ea typeface="Lato"/>
                <a:cs typeface="Lato"/>
                <a:sym typeface="Lato"/>
              </a:defRPr>
            </a:lvl3pPr>
            <a:lvl4pPr lvl="3">
              <a:lnSpc>
                <a:spcPct val="100000"/>
              </a:lnSpc>
              <a:spcBef>
                <a:spcPts val="0"/>
              </a:spcBef>
              <a:spcAft>
                <a:spcPts val="0"/>
              </a:spcAft>
              <a:buClr>
                <a:schemeClr val="dk1"/>
              </a:buClr>
              <a:buSzPts val="3400"/>
              <a:buFont typeface="Lato"/>
              <a:buNone/>
              <a:defRPr sz="1600">
                <a:latin typeface="Lato"/>
                <a:ea typeface="Lato"/>
                <a:cs typeface="Lato"/>
                <a:sym typeface="Lato"/>
              </a:defRPr>
            </a:lvl4pPr>
            <a:lvl5pPr lvl="4">
              <a:lnSpc>
                <a:spcPct val="100000"/>
              </a:lnSpc>
              <a:spcBef>
                <a:spcPts val="0"/>
              </a:spcBef>
              <a:spcAft>
                <a:spcPts val="0"/>
              </a:spcAft>
              <a:buClr>
                <a:schemeClr val="dk1"/>
              </a:buClr>
              <a:buSzPts val="3400"/>
              <a:buFont typeface="Lato"/>
              <a:buNone/>
              <a:defRPr sz="1600">
                <a:latin typeface="Lato"/>
                <a:ea typeface="Lato"/>
                <a:cs typeface="Lato"/>
                <a:sym typeface="Lato"/>
              </a:defRPr>
            </a:lvl5pPr>
            <a:lvl6pPr lvl="5">
              <a:lnSpc>
                <a:spcPct val="100000"/>
              </a:lnSpc>
              <a:spcBef>
                <a:spcPts val="0"/>
              </a:spcBef>
              <a:spcAft>
                <a:spcPts val="0"/>
              </a:spcAft>
              <a:buClr>
                <a:schemeClr val="dk1"/>
              </a:buClr>
              <a:buSzPts val="3400"/>
              <a:buFont typeface="Lato"/>
              <a:buNone/>
              <a:defRPr sz="1600">
                <a:latin typeface="Lato"/>
                <a:ea typeface="Lato"/>
                <a:cs typeface="Lato"/>
                <a:sym typeface="Lato"/>
              </a:defRPr>
            </a:lvl6pPr>
            <a:lvl7pPr lvl="6">
              <a:lnSpc>
                <a:spcPct val="100000"/>
              </a:lnSpc>
              <a:spcBef>
                <a:spcPts val="0"/>
              </a:spcBef>
              <a:spcAft>
                <a:spcPts val="0"/>
              </a:spcAft>
              <a:buClr>
                <a:schemeClr val="dk1"/>
              </a:buClr>
              <a:buSzPts val="3400"/>
              <a:buFont typeface="Lato"/>
              <a:buNone/>
              <a:defRPr sz="1600">
                <a:latin typeface="Lato"/>
                <a:ea typeface="Lato"/>
                <a:cs typeface="Lato"/>
                <a:sym typeface="Lato"/>
              </a:defRPr>
            </a:lvl7pPr>
            <a:lvl8pPr lvl="7">
              <a:lnSpc>
                <a:spcPct val="100000"/>
              </a:lnSpc>
              <a:spcBef>
                <a:spcPts val="0"/>
              </a:spcBef>
              <a:spcAft>
                <a:spcPts val="0"/>
              </a:spcAft>
              <a:buClr>
                <a:schemeClr val="dk1"/>
              </a:buClr>
              <a:buSzPts val="3400"/>
              <a:buFont typeface="Lato"/>
              <a:buNone/>
              <a:defRPr sz="1600">
                <a:latin typeface="Lato"/>
                <a:ea typeface="Lato"/>
                <a:cs typeface="Lato"/>
                <a:sym typeface="Lato"/>
              </a:defRPr>
            </a:lvl8pPr>
            <a:lvl9pPr lvl="8">
              <a:lnSpc>
                <a:spcPct val="100000"/>
              </a:lnSpc>
              <a:spcBef>
                <a:spcPts val="0"/>
              </a:spcBef>
              <a:spcAft>
                <a:spcPts val="0"/>
              </a:spcAft>
              <a:buClr>
                <a:schemeClr val="dk1"/>
              </a:buClr>
              <a:buSzPts val="3400"/>
              <a:buFont typeface="Lato"/>
              <a:buNone/>
              <a:defRPr sz="1600">
                <a:latin typeface="Lato"/>
                <a:ea typeface="Lato"/>
                <a:cs typeface="Lato"/>
                <a:sym typeface="Lato"/>
              </a:defRPr>
            </a:lvl9pPr>
          </a:lstStyle>
          <a:p/>
        </p:txBody>
      </p:sp>
      <p:sp>
        <p:nvSpPr>
          <p:cNvPr id="79" name="Google Shape;79;p36"/>
          <p:cNvSpPr txBox="1"/>
          <p:nvPr>
            <p:ph idx="4" type="title"/>
          </p:nvPr>
        </p:nvSpPr>
        <p:spPr>
          <a:xfrm>
            <a:off x="409500" y="401500"/>
            <a:ext cx="3748500" cy="1091100"/>
          </a:xfrm>
          <a:prstGeom prst="rect">
            <a:avLst/>
          </a:prstGeom>
          <a:noFill/>
          <a:ln>
            <a:noFill/>
          </a:ln>
        </p:spPr>
        <p:txBody>
          <a:bodyPr anchorCtr="0" anchor="ctr" bIns="0" lIns="0" spcFirstLastPara="1" rIns="91425" wrap="square" tIns="0">
            <a:noAutofit/>
          </a:bodyPr>
          <a:lstStyle>
            <a:lvl1pPr lvl="0" algn="l">
              <a:lnSpc>
                <a:spcPct val="90000"/>
              </a:lnSpc>
              <a:spcBef>
                <a:spcPts val="0"/>
              </a:spcBef>
              <a:spcAft>
                <a:spcPts val="0"/>
              </a:spcAft>
              <a:buClr>
                <a:schemeClr val="dk1"/>
              </a:buClr>
              <a:buSzPts val="4800"/>
              <a:buFont typeface="Calibri"/>
              <a:buNone/>
              <a:defRPr sz="4800"/>
            </a:lvl1pPr>
            <a:lvl2pPr lvl="1">
              <a:spcBef>
                <a:spcPts val="0"/>
              </a:spcBef>
              <a:spcAft>
                <a:spcPts val="0"/>
              </a:spcAft>
              <a:buClr>
                <a:schemeClr val="dk1"/>
              </a:buClr>
              <a:buSzPts val="4800"/>
              <a:buFont typeface="Quantico"/>
              <a:buNone/>
              <a:defRPr sz="4800">
                <a:latin typeface="Quantico"/>
                <a:ea typeface="Quantico"/>
                <a:cs typeface="Quantico"/>
                <a:sym typeface="Quantico"/>
              </a:defRPr>
            </a:lvl2pPr>
            <a:lvl3pPr lvl="2">
              <a:spcBef>
                <a:spcPts val="0"/>
              </a:spcBef>
              <a:spcAft>
                <a:spcPts val="0"/>
              </a:spcAft>
              <a:buClr>
                <a:schemeClr val="dk1"/>
              </a:buClr>
              <a:buSzPts val="4800"/>
              <a:buFont typeface="Quantico"/>
              <a:buNone/>
              <a:defRPr sz="4800">
                <a:latin typeface="Quantico"/>
                <a:ea typeface="Quantico"/>
                <a:cs typeface="Quantico"/>
                <a:sym typeface="Quantico"/>
              </a:defRPr>
            </a:lvl3pPr>
            <a:lvl4pPr lvl="3">
              <a:spcBef>
                <a:spcPts val="0"/>
              </a:spcBef>
              <a:spcAft>
                <a:spcPts val="0"/>
              </a:spcAft>
              <a:buClr>
                <a:schemeClr val="dk1"/>
              </a:buClr>
              <a:buSzPts val="4800"/>
              <a:buFont typeface="Quantico"/>
              <a:buNone/>
              <a:defRPr sz="4800">
                <a:latin typeface="Quantico"/>
                <a:ea typeface="Quantico"/>
                <a:cs typeface="Quantico"/>
                <a:sym typeface="Quantico"/>
              </a:defRPr>
            </a:lvl4pPr>
            <a:lvl5pPr lvl="4">
              <a:spcBef>
                <a:spcPts val="0"/>
              </a:spcBef>
              <a:spcAft>
                <a:spcPts val="0"/>
              </a:spcAft>
              <a:buClr>
                <a:schemeClr val="dk1"/>
              </a:buClr>
              <a:buSzPts val="4800"/>
              <a:buFont typeface="Quantico"/>
              <a:buNone/>
              <a:defRPr sz="4800">
                <a:latin typeface="Quantico"/>
                <a:ea typeface="Quantico"/>
                <a:cs typeface="Quantico"/>
                <a:sym typeface="Quantico"/>
              </a:defRPr>
            </a:lvl5pPr>
            <a:lvl6pPr lvl="5">
              <a:spcBef>
                <a:spcPts val="0"/>
              </a:spcBef>
              <a:spcAft>
                <a:spcPts val="0"/>
              </a:spcAft>
              <a:buClr>
                <a:schemeClr val="dk1"/>
              </a:buClr>
              <a:buSzPts val="4800"/>
              <a:buFont typeface="Quantico"/>
              <a:buNone/>
              <a:defRPr sz="4800">
                <a:latin typeface="Quantico"/>
                <a:ea typeface="Quantico"/>
                <a:cs typeface="Quantico"/>
                <a:sym typeface="Quantico"/>
              </a:defRPr>
            </a:lvl6pPr>
            <a:lvl7pPr lvl="6">
              <a:spcBef>
                <a:spcPts val="0"/>
              </a:spcBef>
              <a:spcAft>
                <a:spcPts val="0"/>
              </a:spcAft>
              <a:buClr>
                <a:schemeClr val="dk1"/>
              </a:buClr>
              <a:buSzPts val="4800"/>
              <a:buFont typeface="Quantico"/>
              <a:buNone/>
              <a:defRPr sz="4800">
                <a:latin typeface="Quantico"/>
                <a:ea typeface="Quantico"/>
                <a:cs typeface="Quantico"/>
                <a:sym typeface="Quantico"/>
              </a:defRPr>
            </a:lvl7pPr>
            <a:lvl8pPr lvl="7">
              <a:spcBef>
                <a:spcPts val="0"/>
              </a:spcBef>
              <a:spcAft>
                <a:spcPts val="0"/>
              </a:spcAft>
              <a:buClr>
                <a:schemeClr val="dk1"/>
              </a:buClr>
              <a:buSzPts val="4800"/>
              <a:buFont typeface="Quantico"/>
              <a:buNone/>
              <a:defRPr sz="4800">
                <a:latin typeface="Quantico"/>
                <a:ea typeface="Quantico"/>
                <a:cs typeface="Quantico"/>
                <a:sym typeface="Quantico"/>
              </a:defRPr>
            </a:lvl8pPr>
            <a:lvl9pPr lvl="8">
              <a:spcBef>
                <a:spcPts val="0"/>
              </a:spcBef>
              <a:spcAft>
                <a:spcPts val="0"/>
              </a:spcAft>
              <a:buClr>
                <a:schemeClr val="dk1"/>
              </a:buClr>
              <a:buSzPts val="4800"/>
              <a:buFont typeface="Quantico"/>
              <a:buNone/>
              <a:defRPr sz="4800">
                <a:latin typeface="Quantico"/>
                <a:ea typeface="Quantico"/>
                <a:cs typeface="Quantico"/>
                <a:sym typeface="Quantic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0" name="Shape 80"/>
        <p:cNvGrpSpPr/>
        <p:nvPr/>
      </p:nvGrpSpPr>
      <p:grpSpPr>
        <a:xfrm>
          <a:off x="0" y="0"/>
          <a:ext cx="0" cy="0"/>
          <a:chOff x="0" y="0"/>
          <a:chExt cx="0" cy="0"/>
        </a:xfrm>
      </p:grpSpPr>
      <p:sp>
        <p:nvSpPr>
          <p:cNvPr id="81" name="Google Shape;81;p37"/>
          <p:cNvSpPr txBox="1"/>
          <p:nvPr>
            <p:ph type="ctrTitle"/>
          </p:nvPr>
        </p:nvSpPr>
        <p:spPr>
          <a:xfrm>
            <a:off x="1143000" y="841772"/>
            <a:ext cx="6858000" cy="17907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2" name="Google Shape;82;p37"/>
          <p:cNvSpPr txBox="1"/>
          <p:nvPr>
            <p:ph idx="1" type="subTitle"/>
          </p:nvPr>
        </p:nvSpPr>
        <p:spPr>
          <a:xfrm>
            <a:off x="1143000" y="2701528"/>
            <a:ext cx="6858000" cy="124182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sp>
        <p:nvSpPr>
          <p:cNvPr id="83" name="Google Shape;83;p37"/>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37"/>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5" name="Google Shape;85;p37"/>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spcAft>
                <a:spcPts val="0"/>
              </a:spcAft>
              <a:buNone/>
              <a:defRPr/>
            </a:lvl1pPr>
            <a:lvl2pPr indent="0" lvl="1" marL="0" algn="r">
              <a:lnSpc>
                <a:spcPct val="100000"/>
              </a:lnSpc>
              <a:spcBef>
                <a:spcPts val="0"/>
              </a:spcBef>
              <a:spcAft>
                <a:spcPts val="0"/>
              </a:spcAft>
              <a:buNone/>
              <a:defRPr/>
            </a:lvl2pPr>
            <a:lvl3pPr indent="0" lvl="2" marL="0" algn="r">
              <a:lnSpc>
                <a:spcPct val="100000"/>
              </a:lnSpc>
              <a:spcBef>
                <a:spcPts val="0"/>
              </a:spcBef>
              <a:spcAft>
                <a:spcPts val="0"/>
              </a:spcAft>
              <a:buNone/>
              <a:defRPr/>
            </a:lvl3pPr>
            <a:lvl4pPr indent="0" lvl="3" marL="0" algn="r">
              <a:lnSpc>
                <a:spcPct val="100000"/>
              </a:lnSpc>
              <a:spcBef>
                <a:spcPts val="0"/>
              </a:spcBef>
              <a:spcAft>
                <a:spcPts val="0"/>
              </a:spcAft>
              <a:buNone/>
              <a:defRPr/>
            </a:lvl4pPr>
            <a:lvl5pPr indent="0" lvl="4" marL="0" algn="r">
              <a:lnSpc>
                <a:spcPct val="100000"/>
              </a:lnSpc>
              <a:spcBef>
                <a:spcPts val="0"/>
              </a:spcBef>
              <a:spcAft>
                <a:spcPts val="0"/>
              </a:spcAft>
              <a:buNone/>
              <a:defRPr/>
            </a:lvl5pPr>
            <a:lvl6pPr indent="0" lvl="5" marL="0" algn="r">
              <a:lnSpc>
                <a:spcPct val="100000"/>
              </a:lnSpc>
              <a:spcBef>
                <a:spcPts val="0"/>
              </a:spcBef>
              <a:spcAft>
                <a:spcPts val="0"/>
              </a:spcAft>
              <a:buNone/>
              <a:defRPr/>
            </a:lvl6pPr>
            <a:lvl7pPr indent="0" lvl="6" marL="0" algn="r">
              <a:lnSpc>
                <a:spcPct val="100000"/>
              </a:lnSpc>
              <a:spcBef>
                <a:spcPts val="0"/>
              </a:spcBef>
              <a:spcAft>
                <a:spcPts val="0"/>
              </a:spcAft>
              <a:buNone/>
              <a:defRPr/>
            </a:lvl7pPr>
            <a:lvl8pPr indent="0" lvl="7" marL="0" algn="r">
              <a:lnSpc>
                <a:spcPct val="100000"/>
              </a:lnSpc>
              <a:spcBef>
                <a:spcPts val="0"/>
              </a:spcBef>
              <a:spcAft>
                <a:spcPts val="0"/>
              </a:spcAft>
              <a:buNone/>
              <a:defRPr/>
            </a:lvl8pPr>
            <a:lvl9pPr indent="0" lvl="8" marL="0" algn="r">
              <a:lnSpc>
                <a:spcPct val="100000"/>
              </a:lnSpc>
              <a:spcBef>
                <a:spcPts val="0"/>
              </a:spcBef>
              <a:spcAft>
                <a:spcPts val="0"/>
              </a:spcAft>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86" name="Shape 86"/>
        <p:cNvGrpSpPr/>
        <p:nvPr/>
      </p:nvGrpSpPr>
      <p:grpSpPr>
        <a:xfrm>
          <a:off x="0" y="0"/>
          <a:ext cx="0" cy="0"/>
          <a:chOff x="0" y="0"/>
          <a:chExt cx="0" cy="0"/>
        </a:xfrm>
      </p:grpSpPr>
      <p:sp>
        <p:nvSpPr>
          <p:cNvPr id="87" name="Google Shape;87;p38"/>
          <p:cNvSpPr txBox="1"/>
          <p:nvPr>
            <p:ph type="title"/>
          </p:nvPr>
        </p:nvSpPr>
        <p:spPr>
          <a:xfrm>
            <a:off x="628650" y="273844"/>
            <a:ext cx="7886700" cy="99417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8" name="Google Shape;88;p38"/>
          <p:cNvSpPr txBox="1"/>
          <p:nvPr>
            <p:ph idx="1" type="body"/>
          </p:nvPr>
        </p:nvSpPr>
        <p:spPr>
          <a:xfrm>
            <a:off x="628650" y="1369219"/>
            <a:ext cx="7886700" cy="326350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89" name="Google Shape;89;p38"/>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38"/>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38"/>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spcAft>
                <a:spcPts val="0"/>
              </a:spcAft>
              <a:buNone/>
              <a:defRPr/>
            </a:lvl1pPr>
            <a:lvl2pPr indent="0" lvl="1" marL="0" algn="r">
              <a:lnSpc>
                <a:spcPct val="100000"/>
              </a:lnSpc>
              <a:spcBef>
                <a:spcPts val="0"/>
              </a:spcBef>
              <a:spcAft>
                <a:spcPts val="0"/>
              </a:spcAft>
              <a:buNone/>
              <a:defRPr/>
            </a:lvl2pPr>
            <a:lvl3pPr indent="0" lvl="2" marL="0" algn="r">
              <a:lnSpc>
                <a:spcPct val="100000"/>
              </a:lnSpc>
              <a:spcBef>
                <a:spcPts val="0"/>
              </a:spcBef>
              <a:spcAft>
                <a:spcPts val="0"/>
              </a:spcAft>
              <a:buNone/>
              <a:defRPr/>
            </a:lvl3pPr>
            <a:lvl4pPr indent="0" lvl="3" marL="0" algn="r">
              <a:lnSpc>
                <a:spcPct val="100000"/>
              </a:lnSpc>
              <a:spcBef>
                <a:spcPts val="0"/>
              </a:spcBef>
              <a:spcAft>
                <a:spcPts val="0"/>
              </a:spcAft>
              <a:buNone/>
              <a:defRPr/>
            </a:lvl4pPr>
            <a:lvl5pPr indent="0" lvl="4" marL="0" algn="r">
              <a:lnSpc>
                <a:spcPct val="100000"/>
              </a:lnSpc>
              <a:spcBef>
                <a:spcPts val="0"/>
              </a:spcBef>
              <a:spcAft>
                <a:spcPts val="0"/>
              </a:spcAft>
              <a:buNone/>
              <a:defRPr/>
            </a:lvl5pPr>
            <a:lvl6pPr indent="0" lvl="5" marL="0" algn="r">
              <a:lnSpc>
                <a:spcPct val="100000"/>
              </a:lnSpc>
              <a:spcBef>
                <a:spcPts val="0"/>
              </a:spcBef>
              <a:spcAft>
                <a:spcPts val="0"/>
              </a:spcAft>
              <a:buNone/>
              <a:defRPr/>
            </a:lvl6pPr>
            <a:lvl7pPr indent="0" lvl="6" marL="0" algn="r">
              <a:lnSpc>
                <a:spcPct val="100000"/>
              </a:lnSpc>
              <a:spcBef>
                <a:spcPts val="0"/>
              </a:spcBef>
              <a:spcAft>
                <a:spcPts val="0"/>
              </a:spcAft>
              <a:buNone/>
              <a:defRPr/>
            </a:lvl7pPr>
            <a:lvl8pPr indent="0" lvl="7" marL="0" algn="r">
              <a:lnSpc>
                <a:spcPct val="100000"/>
              </a:lnSpc>
              <a:spcBef>
                <a:spcPts val="0"/>
              </a:spcBef>
              <a:spcAft>
                <a:spcPts val="0"/>
              </a:spcAft>
              <a:buNone/>
              <a:defRPr/>
            </a:lvl8pPr>
            <a:lvl9pPr indent="0" lvl="8" marL="0" algn="r">
              <a:lnSpc>
                <a:spcPct val="100000"/>
              </a:lnSpc>
              <a:spcBef>
                <a:spcPts val="0"/>
              </a:spcBef>
              <a:spcAft>
                <a:spcPts val="0"/>
              </a:spcAft>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2" name="Shape 92"/>
        <p:cNvGrpSpPr/>
        <p:nvPr/>
      </p:nvGrpSpPr>
      <p:grpSpPr>
        <a:xfrm>
          <a:off x="0" y="0"/>
          <a:ext cx="0" cy="0"/>
          <a:chOff x="0" y="0"/>
          <a:chExt cx="0" cy="0"/>
        </a:xfrm>
      </p:grpSpPr>
      <p:sp>
        <p:nvSpPr>
          <p:cNvPr id="93" name="Google Shape;93;p39"/>
          <p:cNvSpPr txBox="1"/>
          <p:nvPr>
            <p:ph type="title"/>
          </p:nvPr>
        </p:nvSpPr>
        <p:spPr>
          <a:xfrm>
            <a:off x="623888" y="1282304"/>
            <a:ext cx="7886700" cy="213955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4" name="Google Shape;94;p39"/>
          <p:cNvSpPr txBox="1"/>
          <p:nvPr>
            <p:ph idx="1" type="body"/>
          </p:nvPr>
        </p:nvSpPr>
        <p:spPr>
          <a:xfrm>
            <a:off x="623888" y="3442098"/>
            <a:ext cx="7886700" cy="112514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rgbClr val="888888"/>
              </a:buClr>
              <a:buSzPts val="1800"/>
              <a:buNone/>
              <a:defRPr sz="1800">
                <a:solidFill>
                  <a:srgbClr val="888888"/>
                </a:solidFill>
              </a:defRPr>
            </a:lvl1pPr>
            <a:lvl2pPr indent="-228600" lvl="1" marL="914400" algn="l">
              <a:lnSpc>
                <a:spcPct val="90000"/>
              </a:lnSpc>
              <a:spcBef>
                <a:spcPts val="375"/>
              </a:spcBef>
              <a:spcAft>
                <a:spcPts val="0"/>
              </a:spcAft>
              <a:buClr>
                <a:srgbClr val="888888"/>
              </a:buClr>
              <a:buSzPts val="1500"/>
              <a:buNone/>
              <a:defRPr sz="1500">
                <a:solidFill>
                  <a:srgbClr val="888888"/>
                </a:solidFill>
              </a:defRPr>
            </a:lvl2pPr>
            <a:lvl3pPr indent="-228600" lvl="2" marL="1371600" algn="l">
              <a:lnSpc>
                <a:spcPct val="90000"/>
              </a:lnSpc>
              <a:spcBef>
                <a:spcPts val="375"/>
              </a:spcBef>
              <a:spcAft>
                <a:spcPts val="0"/>
              </a:spcAft>
              <a:buClr>
                <a:srgbClr val="888888"/>
              </a:buClr>
              <a:buSzPts val="1350"/>
              <a:buNone/>
              <a:defRPr sz="1350">
                <a:solidFill>
                  <a:srgbClr val="888888"/>
                </a:solidFill>
              </a:defRPr>
            </a:lvl3pPr>
            <a:lvl4pPr indent="-228600" lvl="3" marL="1828800" algn="l">
              <a:lnSpc>
                <a:spcPct val="90000"/>
              </a:lnSpc>
              <a:spcBef>
                <a:spcPts val="375"/>
              </a:spcBef>
              <a:spcAft>
                <a:spcPts val="0"/>
              </a:spcAft>
              <a:buClr>
                <a:srgbClr val="888888"/>
              </a:buClr>
              <a:buSzPts val="1200"/>
              <a:buNone/>
              <a:defRPr sz="1200">
                <a:solidFill>
                  <a:srgbClr val="888888"/>
                </a:solidFill>
              </a:defRPr>
            </a:lvl4pPr>
            <a:lvl5pPr indent="-228600" lvl="4" marL="2286000" algn="l">
              <a:lnSpc>
                <a:spcPct val="90000"/>
              </a:lnSpc>
              <a:spcBef>
                <a:spcPts val="375"/>
              </a:spcBef>
              <a:spcAft>
                <a:spcPts val="0"/>
              </a:spcAft>
              <a:buClr>
                <a:srgbClr val="888888"/>
              </a:buClr>
              <a:buSzPts val="1200"/>
              <a:buNone/>
              <a:defRPr sz="1200">
                <a:solidFill>
                  <a:srgbClr val="888888"/>
                </a:solidFill>
              </a:defRPr>
            </a:lvl5pPr>
            <a:lvl6pPr indent="-228600" lvl="5" marL="2743200" algn="l">
              <a:lnSpc>
                <a:spcPct val="90000"/>
              </a:lnSpc>
              <a:spcBef>
                <a:spcPts val="375"/>
              </a:spcBef>
              <a:spcAft>
                <a:spcPts val="0"/>
              </a:spcAft>
              <a:buClr>
                <a:srgbClr val="888888"/>
              </a:buClr>
              <a:buSzPts val="1200"/>
              <a:buNone/>
              <a:defRPr sz="1200">
                <a:solidFill>
                  <a:srgbClr val="888888"/>
                </a:solidFill>
              </a:defRPr>
            </a:lvl6pPr>
            <a:lvl7pPr indent="-228600" lvl="6" marL="3200400" algn="l">
              <a:lnSpc>
                <a:spcPct val="90000"/>
              </a:lnSpc>
              <a:spcBef>
                <a:spcPts val="375"/>
              </a:spcBef>
              <a:spcAft>
                <a:spcPts val="0"/>
              </a:spcAft>
              <a:buClr>
                <a:srgbClr val="888888"/>
              </a:buClr>
              <a:buSzPts val="1200"/>
              <a:buNone/>
              <a:defRPr sz="1200">
                <a:solidFill>
                  <a:srgbClr val="888888"/>
                </a:solidFill>
              </a:defRPr>
            </a:lvl7pPr>
            <a:lvl8pPr indent="-228600" lvl="7" marL="3657600" algn="l">
              <a:lnSpc>
                <a:spcPct val="90000"/>
              </a:lnSpc>
              <a:spcBef>
                <a:spcPts val="375"/>
              </a:spcBef>
              <a:spcAft>
                <a:spcPts val="0"/>
              </a:spcAft>
              <a:buClr>
                <a:srgbClr val="888888"/>
              </a:buClr>
              <a:buSzPts val="1200"/>
              <a:buNone/>
              <a:defRPr sz="1200">
                <a:solidFill>
                  <a:srgbClr val="888888"/>
                </a:solidFill>
              </a:defRPr>
            </a:lvl8pPr>
            <a:lvl9pPr indent="-228600" lvl="8" marL="4114800" algn="l">
              <a:lnSpc>
                <a:spcPct val="90000"/>
              </a:lnSpc>
              <a:spcBef>
                <a:spcPts val="375"/>
              </a:spcBef>
              <a:spcAft>
                <a:spcPts val="0"/>
              </a:spcAft>
              <a:buClr>
                <a:srgbClr val="888888"/>
              </a:buClr>
              <a:buSzPts val="1200"/>
              <a:buNone/>
              <a:defRPr sz="1200">
                <a:solidFill>
                  <a:srgbClr val="888888"/>
                </a:solidFill>
              </a:defRPr>
            </a:lvl9pPr>
          </a:lstStyle>
          <a:p/>
        </p:txBody>
      </p:sp>
      <p:sp>
        <p:nvSpPr>
          <p:cNvPr id="95" name="Google Shape;95;p39"/>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39"/>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7" name="Google Shape;97;p39"/>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spcAft>
                <a:spcPts val="0"/>
              </a:spcAft>
              <a:buNone/>
              <a:defRPr/>
            </a:lvl1pPr>
            <a:lvl2pPr indent="0" lvl="1" marL="0" algn="r">
              <a:lnSpc>
                <a:spcPct val="100000"/>
              </a:lnSpc>
              <a:spcBef>
                <a:spcPts val="0"/>
              </a:spcBef>
              <a:spcAft>
                <a:spcPts val="0"/>
              </a:spcAft>
              <a:buNone/>
              <a:defRPr/>
            </a:lvl2pPr>
            <a:lvl3pPr indent="0" lvl="2" marL="0" algn="r">
              <a:lnSpc>
                <a:spcPct val="100000"/>
              </a:lnSpc>
              <a:spcBef>
                <a:spcPts val="0"/>
              </a:spcBef>
              <a:spcAft>
                <a:spcPts val="0"/>
              </a:spcAft>
              <a:buNone/>
              <a:defRPr/>
            </a:lvl3pPr>
            <a:lvl4pPr indent="0" lvl="3" marL="0" algn="r">
              <a:lnSpc>
                <a:spcPct val="100000"/>
              </a:lnSpc>
              <a:spcBef>
                <a:spcPts val="0"/>
              </a:spcBef>
              <a:spcAft>
                <a:spcPts val="0"/>
              </a:spcAft>
              <a:buNone/>
              <a:defRPr/>
            </a:lvl4pPr>
            <a:lvl5pPr indent="0" lvl="4" marL="0" algn="r">
              <a:lnSpc>
                <a:spcPct val="100000"/>
              </a:lnSpc>
              <a:spcBef>
                <a:spcPts val="0"/>
              </a:spcBef>
              <a:spcAft>
                <a:spcPts val="0"/>
              </a:spcAft>
              <a:buNone/>
              <a:defRPr/>
            </a:lvl5pPr>
            <a:lvl6pPr indent="0" lvl="5" marL="0" algn="r">
              <a:lnSpc>
                <a:spcPct val="100000"/>
              </a:lnSpc>
              <a:spcBef>
                <a:spcPts val="0"/>
              </a:spcBef>
              <a:spcAft>
                <a:spcPts val="0"/>
              </a:spcAft>
              <a:buNone/>
              <a:defRPr/>
            </a:lvl6pPr>
            <a:lvl7pPr indent="0" lvl="6" marL="0" algn="r">
              <a:lnSpc>
                <a:spcPct val="100000"/>
              </a:lnSpc>
              <a:spcBef>
                <a:spcPts val="0"/>
              </a:spcBef>
              <a:spcAft>
                <a:spcPts val="0"/>
              </a:spcAft>
              <a:buNone/>
              <a:defRPr/>
            </a:lvl7pPr>
            <a:lvl8pPr indent="0" lvl="7" marL="0" algn="r">
              <a:lnSpc>
                <a:spcPct val="100000"/>
              </a:lnSpc>
              <a:spcBef>
                <a:spcPts val="0"/>
              </a:spcBef>
              <a:spcAft>
                <a:spcPts val="0"/>
              </a:spcAft>
              <a:buNone/>
              <a:defRPr/>
            </a:lvl8pPr>
            <a:lvl9pPr indent="0" lvl="8" marL="0" algn="r">
              <a:lnSpc>
                <a:spcPct val="100000"/>
              </a:lnSpc>
              <a:spcBef>
                <a:spcPts val="0"/>
              </a:spcBef>
              <a:spcAft>
                <a:spcPts val="0"/>
              </a:spcAft>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98" name="Shape 98"/>
        <p:cNvGrpSpPr/>
        <p:nvPr/>
      </p:nvGrpSpPr>
      <p:grpSpPr>
        <a:xfrm>
          <a:off x="0" y="0"/>
          <a:ext cx="0" cy="0"/>
          <a:chOff x="0" y="0"/>
          <a:chExt cx="0" cy="0"/>
        </a:xfrm>
      </p:grpSpPr>
      <p:sp>
        <p:nvSpPr>
          <p:cNvPr id="99" name="Google Shape;99;p40"/>
          <p:cNvSpPr txBox="1"/>
          <p:nvPr>
            <p:ph type="title"/>
          </p:nvPr>
        </p:nvSpPr>
        <p:spPr>
          <a:xfrm>
            <a:off x="628650" y="273844"/>
            <a:ext cx="7886700" cy="99417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0" name="Google Shape;100;p40"/>
          <p:cNvSpPr txBox="1"/>
          <p:nvPr>
            <p:ph idx="1" type="body"/>
          </p:nvPr>
        </p:nvSpPr>
        <p:spPr>
          <a:xfrm>
            <a:off x="628650" y="1369219"/>
            <a:ext cx="3886200" cy="326350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01" name="Google Shape;101;p40"/>
          <p:cNvSpPr txBox="1"/>
          <p:nvPr>
            <p:ph idx="2" type="body"/>
          </p:nvPr>
        </p:nvSpPr>
        <p:spPr>
          <a:xfrm>
            <a:off x="4629150" y="1369219"/>
            <a:ext cx="3886200" cy="326350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02" name="Google Shape;102;p40"/>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3" name="Google Shape;103;p40"/>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4" name="Google Shape;104;p40"/>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spcAft>
                <a:spcPts val="0"/>
              </a:spcAft>
              <a:buNone/>
              <a:defRPr/>
            </a:lvl1pPr>
            <a:lvl2pPr indent="0" lvl="1" marL="0" algn="r">
              <a:lnSpc>
                <a:spcPct val="100000"/>
              </a:lnSpc>
              <a:spcBef>
                <a:spcPts val="0"/>
              </a:spcBef>
              <a:spcAft>
                <a:spcPts val="0"/>
              </a:spcAft>
              <a:buNone/>
              <a:defRPr/>
            </a:lvl2pPr>
            <a:lvl3pPr indent="0" lvl="2" marL="0" algn="r">
              <a:lnSpc>
                <a:spcPct val="100000"/>
              </a:lnSpc>
              <a:spcBef>
                <a:spcPts val="0"/>
              </a:spcBef>
              <a:spcAft>
                <a:spcPts val="0"/>
              </a:spcAft>
              <a:buNone/>
              <a:defRPr/>
            </a:lvl3pPr>
            <a:lvl4pPr indent="0" lvl="3" marL="0" algn="r">
              <a:lnSpc>
                <a:spcPct val="100000"/>
              </a:lnSpc>
              <a:spcBef>
                <a:spcPts val="0"/>
              </a:spcBef>
              <a:spcAft>
                <a:spcPts val="0"/>
              </a:spcAft>
              <a:buNone/>
              <a:defRPr/>
            </a:lvl4pPr>
            <a:lvl5pPr indent="0" lvl="4" marL="0" algn="r">
              <a:lnSpc>
                <a:spcPct val="100000"/>
              </a:lnSpc>
              <a:spcBef>
                <a:spcPts val="0"/>
              </a:spcBef>
              <a:spcAft>
                <a:spcPts val="0"/>
              </a:spcAft>
              <a:buNone/>
              <a:defRPr/>
            </a:lvl5pPr>
            <a:lvl6pPr indent="0" lvl="5" marL="0" algn="r">
              <a:lnSpc>
                <a:spcPct val="100000"/>
              </a:lnSpc>
              <a:spcBef>
                <a:spcPts val="0"/>
              </a:spcBef>
              <a:spcAft>
                <a:spcPts val="0"/>
              </a:spcAft>
              <a:buNone/>
              <a:defRPr/>
            </a:lvl6pPr>
            <a:lvl7pPr indent="0" lvl="6" marL="0" algn="r">
              <a:lnSpc>
                <a:spcPct val="100000"/>
              </a:lnSpc>
              <a:spcBef>
                <a:spcPts val="0"/>
              </a:spcBef>
              <a:spcAft>
                <a:spcPts val="0"/>
              </a:spcAft>
              <a:buNone/>
              <a:defRPr/>
            </a:lvl7pPr>
            <a:lvl8pPr indent="0" lvl="7" marL="0" algn="r">
              <a:lnSpc>
                <a:spcPct val="100000"/>
              </a:lnSpc>
              <a:spcBef>
                <a:spcPts val="0"/>
              </a:spcBef>
              <a:spcAft>
                <a:spcPts val="0"/>
              </a:spcAft>
              <a:buNone/>
              <a:defRPr/>
            </a:lvl8pPr>
            <a:lvl9pPr indent="0" lvl="8" marL="0" algn="r">
              <a:lnSpc>
                <a:spcPct val="100000"/>
              </a:lnSpc>
              <a:spcBef>
                <a:spcPts val="0"/>
              </a:spcBef>
              <a:spcAft>
                <a:spcPts val="0"/>
              </a:spcAft>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05" name="Shape 105"/>
        <p:cNvGrpSpPr/>
        <p:nvPr/>
      </p:nvGrpSpPr>
      <p:grpSpPr>
        <a:xfrm>
          <a:off x="0" y="0"/>
          <a:ext cx="0" cy="0"/>
          <a:chOff x="0" y="0"/>
          <a:chExt cx="0" cy="0"/>
        </a:xfrm>
      </p:grpSpPr>
      <p:sp>
        <p:nvSpPr>
          <p:cNvPr id="106" name="Google Shape;106;p41"/>
          <p:cNvSpPr txBox="1"/>
          <p:nvPr>
            <p:ph type="title"/>
          </p:nvPr>
        </p:nvSpPr>
        <p:spPr>
          <a:xfrm>
            <a:off x="629841" y="273844"/>
            <a:ext cx="7886700" cy="99417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7" name="Google Shape;107;p41"/>
          <p:cNvSpPr txBox="1"/>
          <p:nvPr>
            <p:ph idx="1" type="body"/>
          </p:nvPr>
        </p:nvSpPr>
        <p:spPr>
          <a:xfrm>
            <a:off x="629842" y="1260872"/>
            <a:ext cx="3868340" cy="61793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800"/>
              <a:buNone/>
              <a:defRPr b="1" sz="1800"/>
            </a:lvl1pPr>
            <a:lvl2pPr indent="-228600" lvl="1" marL="914400" algn="l">
              <a:lnSpc>
                <a:spcPct val="90000"/>
              </a:lnSpc>
              <a:spcBef>
                <a:spcPts val="375"/>
              </a:spcBef>
              <a:spcAft>
                <a:spcPts val="0"/>
              </a:spcAft>
              <a:buClr>
                <a:schemeClr val="dk1"/>
              </a:buClr>
              <a:buSzPts val="1500"/>
              <a:buNone/>
              <a:defRPr b="1" sz="1500"/>
            </a:lvl2pPr>
            <a:lvl3pPr indent="-228600" lvl="2" marL="1371600" algn="l">
              <a:lnSpc>
                <a:spcPct val="90000"/>
              </a:lnSpc>
              <a:spcBef>
                <a:spcPts val="375"/>
              </a:spcBef>
              <a:spcAft>
                <a:spcPts val="0"/>
              </a:spcAft>
              <a:buClr>
                <a:schemeClr val="dk1"/>
              </a:buClr>
              <a:buSzPts val="1350"/>
              <a:buNone/>
              <a:defRPr b="1" sz="1350"/>
            </a:lvl3pPr>
            <a:lvl4pPr indent="-228600" lvl="3" marL="1828800" algn="l">
              <a:lnSpc>
                <a:spcPct val="90000"/>
              </a:lnSpc>
              <a:spcBef>
                <a:spcPts val="375"/>
              </a:spcBef>
              <a:spcAft>
                <a:spcPts val="0"/>
              </a:spcAft>
              <a:buClr>
                <a:schemeClr val="dk1"/>
              </a:buClr>
              <a:buSzPts val="1200"/>
              <a:buNone/>
              <a:defRPr b="1" sz="1200"/>
            </a:lvl4pPr>
            <a:lvl5pPr indent="-228600" lvl="4" marL="2286000" algn="l">
              <a:lnSpc>
                <a:spcPct val="90000"/>
              </a:lnSpc>
              <a:spcBef>
                <a:spcPts val="375"/>
              </a:spcBef>
              <a:spcAft>
                <a:spcPts val="0"/>
              </a:spcAft>
              <a:buClr>
                <a:schemeClr val="dk1"/>
              </a:buClr>
              <a:buSzPts val="1200"/>
              <a:buNone/>
              <a:defRPr b="1" sz="1200"/>
            </a:lvl5pPr>
            <a:lvl6pPr indent="-228600" lvl="5" marL="2743200" algn="l">
              <a:lnSpc>
                <a:spcPct val="90000"/>
              </a:lnSpc>
              <a:spcBef>
                <a:spcPts val="375"/>
              </a:spcBef>
              <a:spcAft>
                <a:spcPts val="0"/>
              </a:spcAft>
              <a:buClr>
                <a:schemeClr val="dk1"/>
              </a:buClr>
              <a:buSzPts val="1200"/>
              <a:buNone/>
              <a:defRPr b="1" sz="1200"/>
            </a:lvl6pPr>
            <a:lvl7pPr indent="-228600" lvl="6" marL="3200400" algn="l">
              <a:lnSpc>
                <a:spcPct val="90000"/>
              </a:lnSpc>
              <a:spcBef>
                <a:spcPts val="375"/>
              </a:spcBef>
              <a:spcAft>
                <a:spcPts val="0"/>
              </a:spcAft>
              <a:buClr>
                <a:schemeClr val="dk1"/>
              </a:buClr>
              <a:buSzPts val="1200"/>
              <a:buNone/>
              <a:defRPr b="1" sz="1200"/>
            </a:lvl7pPr>
            <a:lvl8pPr indent="-228600" lvl="7" marL="3657600" algn="l">
              <a:lnSpc>
                <a:spcPct val="90000"/>
              </a:lnSpc>
              <a:spcBef>
                <a:spcPts val="375"/>
              </a:spcBef>
              <a:spcAft>
                <a:spcPts val="0"/>
              </a:spcAft>
              <a:buClr>
                <a:schemeClr val="dk1"/>
              </a:buClr>
              <a:buSzPts val="1200"/>
              <a:buNone/>
              <a:defRPr b="1" sz="1200"/>
            </a:lvl8pPr>
            <a:lvl9pPr indent="-228600" lvl="8" marL="4114800" algn="l">
              <a:lnSpc>
                <a:spcPct val="90000"/>
              </a:lnSpc>
              <a:spcBef>
                <a:spcPts val="375"/>
              </a:spcBef>
              <a:spcAft>
                <a:spcPts val="0"/>
              </a:spcAft>
              <a:buClr>
                <a:schemeClr val="dk1"/>
              </a:buClr>
              <a:buSzPts val="1200"/>
              <a:buNone/>
              <a:defRPr b="1" sz="1200"/>
            </a:lvl9pPr>
          </a:lstStyle>
          <a:p/>
        </p:txBody>
      </p:sp>
      <p:sp>
        <p:nvSpPr>
          <p:cNvPr id="108" name="Google Shape;108;p41"/>
          <p:cNvSpPr txBox="1"/>
          <p:nvPr>
            <p:ph idx="2" type="body"/>
          </p:nvPr>
        </p:nvSpPr>
        <p:spPr>
          <a:xfrm>
            <a:off x="629842" y="1878806"/>
            <a:ext cx="3868340" cy="2763441"/>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09" name="Google Shape;109;p41"/>
          <p:cNvSpPr txBox="1"/>
          <p:nvPr>
            <p:ph idx="3" type="body"/>
          </p:nvPr>
        </p:nvSpPr>
        <p:spPr>
          <a:xfrm>
            <a:off x="4629150" y="1260872"/>
            <a:ext cx="3887391" cy="61793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800"/>
              <a:buNone/>
              <a:defRPr b="1" sz="1800"/>
            </a:lvl1pPr>
            <a:lvl2pPr indent="-228600" lvl="1" marL="914400" algn="l">
              <a:lnSpc>
                <a:spcPct val="90000"/>
              </a:lnSpc>
              <a:spcBef>
                <a:spcPts val="375"/>
              </a:spcBef>
              <a:spcAft>
                <a:spcPts val="0"/>
              </a:spcAft>
              <a:buClr>
                <a:schemeClr val="dk1"/>
              </a:buClr>
              <a:buSzPts val="1500"/>
              <a:buNone/>
              <a:defRPr b="1" sz="1500"/>
            </a:lvl2pPr>
            <a:lvl3pPr indent="-228600" lvl="2" marL="1371600" algn="l">
              <a:lnSpc>
                <a:spcPct val="90000"/>
              </a:lnSpc>
              <a:spcBef>
                <a:spcPts val="375"/>
              </a:spcBef>
              <a:spcAft>
                <a:spcPts val="0"/>
              </a:spcAft>
              <a:buClr>
                <a:schemeClr val="dk1"/>
              </a:buClr>
              <a:buSzPts val="1350"/>
              <a:buNone/>
              <a:defRPr b="1" sz="1350"/>
            </a:lvl3pPr>
            <a:lvl4pPr indent="-228600" lvl="3" marL="1828800" algn="l">
              <a:lnSpc>
                <a:spcPct val="90000"/>
              </a:lnSpc>
              <a:spcBef>
                <a:spcPts val="375"/>
              </a:spcBef>
              <a:spcAft>
                <a:spcPts val="0"/>
              </a:spcAft>
              <a:buClr>
                <a:schemeClr val="dk1"/>
              </a:buClr>
              <a:buSzPts val="1200"/>
              <a:buNone/>
              <a:defRPr b="1" sz="1200"/>
            </a:lvl4pPr>
            <a:lvl5pPr indent="-228600" lvl="4" marL="2286000" algn="l">
              <a:lnSpc>
                <a:spcPct val="90000"/>
              </a:lnSpc>
              <a:spcBef>
                <a:spcPts val="375"/>
              </a:spcBef>
              <a:spcAft>
                <a:spcPts val="0"/>
              </a:spcAft>
              <a:buClr>
                <a:schemeClr val="dk1"/>
              </a:buClr>
              <a:buSzPts val="1200"/>
              <a:buNone/>
              <a:defRPr b="1" sz="1200"/>
            </a:lvl5pPr>
            <a:lvl6pPr indent="-228600" lvl="5" marL="2743200" algn="l">
              <a:lnSpc>
                <a:spcPct val="90000"/>
              </a:lnSpc>
              <a:spcBef>
                <a:spcPts val="375"/>
              </a:spcBef>
              <a:spcAft>
                <a:spcPts val="0"/>
              </a:spcAft>
              <a:buClr>
                <a:schemeClr val="dk1"/>
              </a:buClr>
              <a:buSzPts val="1200"/>
              <a:buNone/>
              <a:defRPr b="1" sz="1200"/>
            </a:lvl6pPr>
            <a:lvl7pPr indent="-228600" lvl="6" marL="3200400" algn="l">
              <a:lnSpc>
                <a:spcPct val="90000"/>
              </a:lnSpc>
              <a:spcBef>
                <a:spcPts val="375"/>
              </a:spcBef>
              <a:spcAft>
                <a:spcPts val="0"/>
              </a:spcAft>
              <a:buClr>
                <a:schemeClr val="dk1"/>
              </a:buClr>
              <a:buSzPts val="1200"/>
              <a:buNone/>
              <a:defRPr b="1" sz="1200"/>
            </a:lvl7pPr>
            <a:lvl8pPr indent="-228600" lvl="7" marL="3657600" algn="l">
              <a:lnSpc>
                <a:spcPct val="90000"/>
              </a:lnSpc>
              <a:spcBef>
                <a:spcPts val="375"/>
              </a:spcBef>
              <a:spcAft>
                <a:spcPts val="0"/>
              </a:spcAft>
              <a:buClr>
                <a:schemeClr val="dk1"/>
              </a:buClr>
              <a:buSzPts val="1200"/>
              <a:buNone/>
              <a:defRPr b="1" sz="1200"/>
            </a:lvl8pPr>
            <a:lvl9pPr indent="-228600" lvl="8" marL="4114800" algn="l">
              <a:lnSpc>
                <a:spcPct val="90000"/>
              </a:lnSpc>
              <a:spcBef>
                <a:spcPts val="375"/>
              </a:spcBef>
              <a:spcAft>
                <a:spcPts val="0"/>
              </a:spcAft>
              <a:buClr>
                <a:schemeClr val="dk1"/>
              </a:buClr>
              <a:buSzPts val="1200"/>
              <a:buNone/>
              <a:defRPr b="1" sz="1200"/>
            </a:lvl9pPr>
          </a:lstStyle>
          <a:p/>
        </p:txBody>
      </p:sp>
      <p:sp>
        <p:nvSpPr>
          <p:cNvPr id="110" name="Google Shape;110;p41"/>
          <p:cNvSpPr txBox="1"/>
          <p:nvPr>
            <p:ph idx="4" type="body"/>
          </p:nvPr>
        </p:nvSpPr>
        <p:spPr>
          <a:xfrm>
            <a:off x="4629150" y="1878806"/>
            <a:ext cx="3887391" cy="2763441"/>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11" name="Google Shape;111;p41"/>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2" name="Google Shape;112;p41"/>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41"/>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spcAft>
                <a:spcPts val="0"/>
              </a:spcAft>
              <a:buNone/>
              <a:defRPr/>
            </a:lvl1pPr>
            <a:lvl2pPr indent="0" lvl="1" marL="0" algn="r">
              <a:lnSpc>
                <a:spcPct val="100000"/>
              </a:lnSpc>
              <a:spcBef>
                <a:spcPts val="0"/>
              </a:spcBef>
              <a:spcAft>
                <a:spcPts val="0"/>
              </a:spcAft>
              <a:buNone/>
              <a:defRPr/>
            </a:lvl2pPr>
            <a:lvl3pPr indent="0" lvl="2" marL="0" algn="r">
              <a:lnSpc>
                <a:spcPct val="100000"/>
              </a:lnSpc>
              <a:spcBef>
                <a:spcPts val="0"/>
              </a:spcBef>
              <a:spcAft>
                <a:spcPts val="0"/>
              </a:spcAft>
              <a:buNone/>
              <a:defRPr/>
            </a:lvl3pPr>
            <a:lvl4pPr indent="0" lvl="3" marL="0" algn="r">
              <a:lnSpc>
                <a:spcPct val="100000"/>
              </a:lnSpc>
              <a:spcBef>
                <a:spcPts val="0"/>
              </a:spcBef>
              <a:spcAft>
                <a:spcPts val="0"/>
              </a:spcAft>
              <a:buNone/>
              <a:defRPr/>
            </a:lvl4pPr>
            <a:lvl5pPr indent="0" lvl="4" marL="0" algn="r">
              <a:lnSpc>
                <a:spcPct val="100000"/>
              </a:lnSpc>
              <a:spcBef>
                <a:spcPts val="0"/>
              </a:spcBef>
              <a:spcAft>
                <a:spcPts val="0"/>
              </a:spcAft>
              <a:buNone/>
              <a:defRPr/>
            </a:lvl5pPr>
            <a:lvl6pPr indent="0" lvl="5" marL="0" algn="r">
              <a:lnSpc>
                <a:spcPct val="100000"/>
              </a:lnSpc>
              <a:spcBef>
                <a:spcPts val="0"/>
              </a:spcBef>
              <a:spcAft>
                <a:spcPts val="0"/>
              </a:spcAft>
              <a:buNone/>
              <a:defRPr/>
            </a:lvl6pPr>
            <a:lvl7pPr indent="0" lvl="6" marL="0" algn="r">
              <a:lnSpc>
                <a:spcPct val="100000"/>
              </a:lnSpc>
              <a:spcBef>
                <a:spcPts val="0"/>
              </a:spcBef>
              <a:spcAft>
                <a:spcPts val="0"/>
              </a:spcAft>
              <a:buNone/>
              <a:defRPr/>
            </a:lvl7pPr>
            <a:lvl8pPr indent="0" lvl="7" marL="0" algn="r">
              <a:lnSpc>
                <a:spcPct val="100000"/>
              </a:lnSpc>
              <a:spcBef>
                <a:spcPts val="0"/>
              </a:spcBef>
              <a:spcAft>
                <a:spcPts val="0"/>
              </a:spcAft>
              <a:buNone/>
              <a:defRPr/>
            </a:lvl8pPr>
            <a:lvl9pPr indent="0" lvl="8" marL="0" algn="r">
              <a:lnSpc>
                <a:spcPct val="100000"/>
              </a:lnSpc>
              <a:spcBef>
                <a:spcPts val="0"/>
              </a:spcBef>
              <a:spcAft>
                <a:spcPts val="0"/>
              </a:spcAft>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4" name="Shape 114"/>
        <p:cNvGrpSpPr/>
        <p:nvPr/>
      </p:nvGrpSpPr>
      <p:grpSpPr>
        <a:xfrm>
          <a:off x="0" y="0"/>
          <a:ext cx="0" cy="0"/>
          <a:chOff x="0" y="0"/>
          <a:chExt cx="0" cy="0"/>
        </a:xfrm>
      </p:grpSpPr>
      <p:sp>
        <p:nvSpPr>
          <p:cNvPr id="115" name="Google Shape;115;p42"/>
          <p:cNvSpPr txBox="1"/>
          <p:nvPr>
            <p:ph type="title"/>
          </p:nvPr>
        </p:nvSpPr>
        <p:spPr>
          <a:xfrm>
            <a:off x="628650" y="273844"/>
            <a:ext cx="7886700" cy="99417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6" name="Google Shape;116;p42"/>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7" name="Google Shape;117;p42"/>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8" name="Google Shape;118;p42"/>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spcAft>
                <a:spcPts val="0"/>
              </a:spcAft>
              <a:buNone/>
              <a:defRPr/>
            </a:lvl1pPr>
            <a:lvl2pPr indent="0" lvl="1" marL="0" algn="r">
              <a:lnSpc>
                <a:spcPct val="100000"/>
              </a:lnSpc>
              <a:spcBef>
                <a:spcPts val="0"/>
              </a:spcBef>
              <a:spcAft>
                <a:spcPts val="0"/>
              </a:spcAft>
              <a:buNone/>
              <a:defRPr/>
            </a:lvl2pPr>
            <a:lvl3pPr indent="0" lvl="2" marL="0" algn="r">
              <a:lnSpc>
                <a:spcPct val="100000"/>
              </a:lnSpc>
              <a:spcBef>
                <a:spcPts val="0"/>
              </a:spcBef>
              <a:spcAft>
                <a:spcPts val="0"/>
              </a:spcAft>
              <a:buNone/>
              <a:defRPr/>
            </a:lvl3pPr>
            <a:lvl4pPr indent="0" lvl="3" marL="0" algn="r">
              <a:lnSpc>
                <a:spcPct val="100000"/>
              </a:lnSpc>
              <a:spcBef>
                <a:spcPts val="0"/>
              </a:spcBef>
              <a:spcAft>
                <a:spcPts val="0"/>
              </a:spcAft>
              <a:buNone/>
              <a:defRPr/>
            </a:lvl4pPr>
            <a:lvl5pPr indent="0" lvl="4" marL="0" algn="r">
              <a:lnSpc>
                <a:spcPct val="100000"/>
              </a:lnSpc>
              <a:spcBef>
                <a:spcPts val="0"/>
              </a:spcBef>
              <a:spcAft>
                <a:spcPts val="0"/>
              </a:spcAft>
              <a:buNone/>
              <a:defRPr/>
            </a:lvl5pPr>
            <a:lvl6pPr indent="0" lvl="5" marL="0" algn="r">
              <a:lnSpc>
                <a:spcPct val="100000"/>
              </a:lnSpc>
              <a:spcBef>
                <a:spcPts val="0"/>
              </a:spcBef>
              <a:spcAft>
                <a:spcPts val="0"/>
              </a:spcAft>
              <a:buNone/>
              <a:defRPr/>
            </a:lvl6pPr>
            <a:lvl7pPr indent="0" lvl="6" marL="0" algn="r">
              <a:lnSpc>
                <a:spcPct val="100000"/>
              </a:lnSpc>
              <a:spcBef>
                <a:spcPts val="0"/>
              </a:spcBef>
              <a:spcAft>
                <a:spcPts val="0"/>
              </a:spcAft>
              <a:buNone/>
              <a:defRPr/>
            </a:lvl7pPr>
            <a:lvl8pPr indent="0" lvl="7" marL="0" algn="r">
              <a:lnSpc>
                <a:spcPct val="100000"/>
              </a:lnSpc>
              <a:spcBef>
                <a:spcPts val="0"/>
              </a:spcBef>
              <a:spcAft>
                <a:spcPts val="0"/>
              </a:spcAft>
              <a:buNone/>
              <a:defRPr/>
            </a:lvl8pPr>
            <a:lvl9pPr indent="0" lvl="8" marL="0" algn="r">
              <a:lnSpc>
                <a:spcPct val="100000"/>
              </a:lnSpc>
              <a:spcBef>
                <a:spcPts val="0"/>
              </a:spcBef>
              <a:spcAft>
                <a:spcPts val="0"/>
              </a:spcAft>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9" name="Shape 119"/>
        <p:cNvGrpSpPr/>
        <p:nvPr/>
      </p:nvGrpSpPr>
      <p:grpSpPr>
        <a:xfrm>
          <a:off x="0" y="0"/>
          <a:ext cx="0" cy="0"/>
          <a:chOff x="0" y="0"/>
          <a:chExt cx="0" cy="0"/>
        </a:xfrm>
      </p:grpSpPr>
      <p:sp>
        <p:nvSpPr>
          <p:cNvPr id="120" name="Google Shape;120;p43"/>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1" name="Google Shape;121;p43"/>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 name="Google Shape;122;p43"/>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spcAft>
                <a:spcPts val="0"/>
              </a:spcAft>
              <a:buNone/>
              <a:defRPr/>
            </a:lvl1pPr>
            <a:lvl2pPr indent="0" lvl="1" marL="0" algn="r">
              <a:lnSpc>
                <a:spcPct val="100000"/>
              </a:lnSpc>
              <a:spcBef>
                <a:spcPts val="0"/>
              </a:spcBef>
              <a:spcAft>
                <a:spcPts val="0"/>
              </a:spcAft>
              <a:buNone/>
              <a:defRPr/>
            </a:lvl2pPr>
            <a:lvl3pPr indent="0" lvl="2" marL="0" algn="r">
              <a:lnSpc>
                <a:spcPct val="100000"/>
              </a:lnSpc>
              <a:spcBef>
                <a:spcPts val="0"/>
              </a:spcBef>
              <a:spcAft>
                <a:spcPts val="0"/>
              </a:spcAft>
              <a:buNone/>
              <a:defRPr/>
            </a:lvl3pPr>
            <a:lvl4pPr indent="0" lvl="3" marL="0" algn="r">
              <a:lnSpc>
                <a:spcPct val="100000"/>
              </a:lnSpc>
              <a:spcBef>
                <a:spcPts val="0"/>
              </a:spcBef>
              <a:spcAft>
                <a:spcPts val="0"/>
              </a:spcAft>
              <a:buNone/>
              <a:defRPr/>
            </a:lvl4pPr>
            <a:lvl5pPr indent="0" lvl="4" marL="0" algn="r">
              <a:lnSpc>
                <a:spcPct val="100000"/>
              </a:lnSpc>
              <a:spcBef>
                <a:spcPts val="0"/>
              </a:spcBef>
              <a:spcAft>
                <a:spcPts val="0"/>
              </a:spcAft>
              <a:buNone/>
              <a:defRPr/>
            </a:lvl5pPr>
            <a:lvl6pPr indent="0" lvl="5" marL="0" algn="r">
              <a:lnSpc>
                <a:spcPct val="100000"/>
              </a:lnSpc>
              <a:spcBef>
                <a:spcPts val="0"/>
              </a:spcBef>
              <a:spcAft>
                <a:spcPts val="0"/>
              </a:spcAft>
              <a:buNone/>
              <a:defRPr/>
            </a:lvl6pPr>
            <a:lvl7pPr indent="0" lvl="6" marL="0" algn="r">
              <a:lnSpc>
                <a:spcPct val="100000"/>
              </a:lnSpc>
              <a:spcBef>
                <a:spcPts val="0"/>
              </a:spcBef>
              <a:spcAft>
                <a:spcPts val="0"/>
              </a:spcAft>
              <a:buNone/>
              <a:defRPr/>
            </a:lvl7pPr>
            <a:lvl8pPr indent="0" lvl="7" marL="0" algn="r">
              <a:lnSpc>
                <a:spcPct val="100000"/>
              </a:lnSpc>
              <a:spcBef>
                <a:spcPts val="0"/>
              </a:spcBef>
              <a:spcAft>
                <a:spcPts val="0"/>
              </a:spcAft>
              <a:buNone/>
              <a:defRPr/>
            </a:lvl8pPr>
            <a:lvl9pPr indent="0" lvl="8" marL="0" algn="r">
              <a:lnSpc>
                <a:spcPct val="100000"/>
              </a:lnSpc>
              <a:spcBef>
                <a:spcPts val="0"/>
              </a:spcBef>
              <a:spcAft>
                <a:spcPts val="0"/>
              </a:spcAft>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23" name="Shape 123"/>
        <p:cNvGrpSpPr/>
        <p:nvPr/>
      </p:nvGrpSpPr>
      <p:grpSpPr>
        <a:xfrm>
          <a:off x="0" y="0"/>
          <a:ext cx="0" cy="0"/>
          <a:chOff x="0" y="0"/>
          <a:chExt cx="0" cy="0"/>
        </a:xfrm>
      </p:grpSpPr>
      <p:sp>
        <p:nvSpPr>
          <p:cNvPr id="124" name="Google Shape;124;p44"/>
          <p:cNvSpPr txBox="1"/>
          <p:nvPr>
            <p:ph type="title"/>
          </p:nvPr>
        </p:nvSpPr>
        <p:spPr>
          <a:xfrm>
            <a:off x="629841" y="342900"/>
            <a:ext cx="2949178" cy="120015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5" name="Google Shape;125;p44"/>
          <p:cNvSpPr txBox="1"/>
          <p:nvPr>
            <p:ph idx="1" type="body"/>
          </p:nvPr>
        </p:nvSpPr>
        <p:spPr>
          <a:xfrm>
            <a:off x="3887391" y="740569"/>
            <a:ext cx="4629150" cy="3655219"/>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750"/>
              </a:spcBef>
              <a:spcAft>
                <a:spcPts val="0"/>
              </a:spcAft>
              <a:buClr>
                <a:schemeClr val="dk1"/>
              </a:buClr>
              <a:buSzPts val="2400"/>
              <a:buChar char="•"/>
              <a:defRPr sz="2400"/>
            </a:lvl1pPr>
            <a:lvl2pPr indent="-361950" lvl="1" marL="914400" algn="l">
              <a:lnSpc>
                <a:spcPct val="90000"/>
              </a:lnSpc>
              <a:spcBef>
                <a:spcPts val="375"/>
              </a:spcBef>
              <a:spcAft>
                <a:spcPts val="0"/>
              </a:spcAft>
              <a:buClr>
                <a:schemeClr val="dk1"/>
              </a:buClr>
              <a:buSzPts val="2100"/>
              <a:buChar char="•"/>
              <a:defRPr sz="2100"/>
            </a:lvl2pPr>
            <a:lvl3pPr indent="-342900" lvl="2" marL="1371600" algn="l">
              <a:lnSpc>
                <a:spcPct val="90000"/>
              </a:lnSpc>
              <a:spcBef>
                <a:spcPts val="375"/>
              </a:spcBef>
              <a:spcAft>
                <a:spcPts val="0"/>
              </a:spcAft>
              <a:buClr>
                <a:schemeClr val="dk1"/>
              </a:buClr>
              <a:buSzPts val="1800"/>
              <a:buChar char="•"/>
              <a:defRPr sz="1800"/>
            </a:lvl3pPr>
            <a:lvl4pPr indent="-323850" lvl="3" marL="1828800" algn="l">
              <a:lnSpc>
                <a:spcPct val="90000"/>
              </a:lnSpc>
              <a:spcBef>
                <a:spcPts val="375"/>
              </a:spcBef>
              <a:spcAft>
                <a:spcPts val="0"/>
              </a:spcAft>
              <a:buClr>
                <a:schemeClr val="dk1"/>
              </a:buClr>
              <a:buSzPts val="1500"/>
              <a:buChar char="•"/>
              <a:defRPr sz="1500"/>
            </a:lvl4pPr>
            <a:lvl5pPr indent="-323850" lvl="4" marL="2286000" algn="l">
              <a:lnSpc>
                <a:spcPct val="90000"/>
              </a:lnSpc>
              <a:spcBef>
                <a:spcPts val="375"/>
              </a:spcBef>
              <a:spcAft>
                <a:spcPts val="0"/>
              </a:spcAft>
              <a:buClr>
                <a:schemeClr val="dk1"/>
              </a:buClr>
              <a:buSzPts val="1500"/>
              <a:buChar char="•"/>
              <a:defRPr sz="1500"/>
            </a:lvl5pPr>
            <a:lvl6pPr indent="-323850" lvl="5" marL="2743200" algn="l">
              <a:lnSpc>
                <a:spcPct val="90000"/>
              </a:lnSpc>
              <a:spcBef>
                <a:spcPts val="375"/>
              </a:spcBef>
              <a:spcAft>
                <a:spcPts val="0"/>
              </a:spcAft>
              <a:buClr>
                <a:schemeClr val="dk1"/>
              </a:buClr>
              <a:buSzPts val="1500"/>
              <a:buChar char="•"/>
              <a:defRPr sz="1500"/>
            </a:lvl6pPr>
            <a:lvl7pPr indent="-323850" lvl="6" marL="3200400" algn="l">
              <a:lnSpc>
                <a:spcPct val="90000"/>
              </a:lnSpc>
              <a:spcBef>
                <a:spcPts val="375"/>
              </a:spcBef>
              <a:spcAft>
                <a:spcPts val="0"/>
              </a:spcAft>
              <a:buClr>
                <a:schemeClr val="dk1"/>
              </a:buClr>
              <a:buSzPts val="1500"/>
              <a:buChar char="•"/>
              <a:defRPr sz="1500"/>
            </a:lvl7pPr>
            <a:lvl8pPr indent="-323850" lvl="7" marL="3657600" algn="l">
              <a:lnSpc>
                <a:spcPct val="90000"/>
              </a:lnSpc>
              <a:spcBef>
                <a:spcPts val="375"/>
              </a:spcBef>
              <a:spcAft>
                <a:spcPts val="0"/>
              </a:spcAft>
              <a:buClr>
                <a:schemeClr val="dk1"/>
              </a:buClr>
              <a:buSzPts val="1500"/>
              <a:buChar char="•"/>
              <a:defRPr sz="1500"/>
            </a:lvl8pPr>
            <a:lvl9pPr indent="-323850" lvl="8" marL="4114800" algn="l">
              <a:lnSpc>
                <a:spcPct val="90000"/>
              </a:lnSpc>
              <a:spcBef>
                <a:spcPts val="375"/>
              </a:spcBef>
              <a:spcAft>
                <a:spcPts val="0"/>
              </a:spcAft>
              <a:buClr>
                <a:schemeClr val="dk1"/>
              </a:buClr>
              <a:buSzPts val="1500"/>
              <a:buChar char="•"/>
              <a:defRPr sz="1500"/>
            </a:lvl9pPr>
          </a:lstStyle>
          <a:p/>
        </p:txBody>
      </p:sp>
      <p:sp>
        <p:nvSpPr>
          <p:cNvPr id="126" name="Google Shape;126;p44"/>
          <p:cNvSpPr txBox="1"/>
          <p:nvPr>
            <p:ph idx="2" type="body"/>
          </p:nvPr>
        </p:nvSpPr>
        <p:spPr>
          <a:xfrm>
            <a:off x="629841" y="1543050"/>
            <a:ext cx="2949178" cy="2858691"/>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200"/>
              <a:buNone/>
              <a:defRPr sz="1200"/>
            </a:lvl1pPr>
            <a:lvl2pPr indent="-228600" lvl="1" marL="914400" algn="l">
              <a:lnSpc>
                <a:spcPct val="90000"/>
              </a:lnSpc>
              <a:spcBef>
                <a:spcPts val="375"/>
              </a:spcBef>
              <a:spcAft>
                <a:spcPts val="0"/>
              </a:spcAft>
              <a:buClr>
                <a:schemeClr val="dk1"/>
              </a:buClr>
              <a:buSzPts val="1050"/>
              <a:buNone/>
              <a:defRPr sz="1050"/>
            </a:lvl2pPr>
            <a:lvl3pPr indent="-228600" lvl="2" marL="1371600" algn="l">
              <a:lnSpc>
                <a:spcPct val="90000"/>
              </a:lnSpc>
              <a:spcBef>
                <a:spcPts val="375"/>
              </a:spcBef>
              <a:spcAft>
                <a:spcPts val="0"/>
              </a:spcAft>
              <a:buClr>
                <a:schemeClr val="dk1"/>
              </a:buClr>
              <a:buSzPts val="900"/>
              <a:buNone/>
              <a:defRPr sz="900"/>
            </a:lvl3pPr>
            <a:lvl4pPr indent="-228600" lvl="3" marL="1828800" algn="l">
              <a:lnSpc>
                <a:spcPct val="90000"/>
              </a:lnSpc>
              <a:spcBef>
                <a:spcPts val="375"/>
              </a:spcBef>
              <a:spcAft>
                <a:spcPts val="0"/>
              </a:spcAft>
              <a:buClr>
                <a:schemeClr val="dk1"/>
              </a:buClr>
              <a:buSzPts val="750"/>
              <a:buNone/>
              <a:defRPr sz="750"/>
            </a:lvl4pPr>
            <a:lvl5pPr indent="-228600" lvl="4" marL="2286000" algn="l">
              <a:lnSpc>
                <a:spcPct val="90000"/>
              </a:lnSpc>
              <a:spcBef>
                <a:spcPts val="375"/>
              </a:spcBef>
              <a:spcAft>
                <a:spcPts val="0"/>
              </a:spcAft>
              <a:buClr>
                <a:schemeClr val="dk1"/>
              </a:buClr>
              <a:buSzPts val="750"/>
              <a:buNone/>
              <a:defRPr sz="750"/>
            </a:lvl5pPr>
            <a:lvl6pPr indent="-228600" lvl="5" marL="2743200" algn="l">
              <a:lnSpc>
                <a:spcPct val="90000"/>
              </a:lnSpc>
              <a:spcBef>
                <a:spcPts val="375"/>
              </a:spcBef>
              <a:spcAft>
                <a:spcPts val="0"/>
              </a:spcAft>
              <a:buClr>
                <a:schemeClr val="dk1"/>
              </a:buClr>
              <a:buSzPts val="750"/>
              <a:buNone/>
              <a:defRPr sz="750"/>
            </a:lvl6pPr>
            <a:lvl7pPr indent="-228600" lvl="6" marL="3200400" algn="l">
              <a:lnSpc>
                <a:spcPct val="90000"/>
              </a:lnSpc>
              <a:spcBef>
                <a:spcPts val="375"/>
              </a:spcBef>
              <a:spcAft>
                <a:spcPts val="0"/>
              </a:spcAft>
              <a:buClr>
                <a:schemeClr val="dk1"/>
              </a:buClr>
              <a:buSzPts val="750"/>
              <a:buNone/>
              <a:defRPr sz="750"/>
            </a:lvl7pPr>
            <a:lvl8pPr indent="-228600" lvl="7" marL="3657600" algn="l">
              <a:lnSpc>
                <a:spcPct val="90000"/>
              </a:lnSpc>
              <a:spcBef>
                <a:spcPts val="375"/>
              </a:spcBef>
              <a:spcAft>
                <a:spcPts val="0"/>
              </a:spcAft>
              <a:buClr>
                <a:schemeClr val="dk1"/>
              </a:buClr>
              <a:buSzPts val="750"/>
              <a:buNone/>
              <a:defRPr sz="750"/>
            </a:lvl8pPr>
            <a:lvl9pPr indent="-228600" lvl="8" marL="4114800" algn="l">
              <a:lnSpc>
                <a:spcPct val="90000"/>
              </a:lnSpc>
              <a:spcBef>
                <a:spcPts val="375"/>
              </a:spcBef>
              <a:spcAft>
                <a:spcPts val="0"/>
              </a:spcAft>
              <a:buClr>
                <a:schemeClr val="dk1"/>
              </a:buClr>
              <a:buSzPts val="750"/>
              <a:buNone/>
              <a:defRPr sz="750"/>
            </a:lvl9pPr>
          </a:lstStyle>
          <a:p/>
        </p:txBody>
      </p:sp>
      <p:sp>
        <p:nvSpPr>
          <p:cNvPr id="127" name="Google Shape;127;p44"/>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p44"/>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9" name="Google Shape;129;p44"/>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spcAft>
                <a:spcPts val="0"/>
              </a:spcAft>
              <a:buNone/>
              <a:defRPr/>
            </a:lvl1pPr>
            <a:lvl2pPr indent="0" lvl="1" marL="0" algn="r">
              <a:lnSpc>
                <a:spcPct val="100000"/>
              </a:lnSpc>
              <a:spcBef>
                <a:spcPts val="0"/>
              </a:spcBef>
              <a:spcAft>
                <a:spcPts val="0"/>
              </a:spcAft>
              <a:buNone/>
              <a:defRPr/>
            </a:lvl2pPr>
            <a:lvl3pPr indent="0" lvl="2" marL="0" algn="r">
              <a:lnSpc>
                <a:spcPct val="100000"/>
              </a:lnSpc>
              <a:spcBef>
                <a:spcPts val="0"/>
              </a:spcBef>
              <a:spcAft>
                <a:spcPts val="0"/>
              </a:spcAft>
              <a:buNone/>
              <a:defRPr/>
            </a:lvl3pPr>
            <a:lvl4pPr indent="0" lvl="3" marL="0" algn="r">
              <a:lnSpc>
                <a:spcPct val="100000"/>
              </a:lnSpc>
              <a:spcBef>
                <a:spcPts val="0"/>
              </a:spcBef>
              <a:spcAft>
                <a:spcPts val="0"/>
              </a:spcAft>
              <a:buNone/>
              <a:defRPr/>
            </a:lvl4pPr>
            <a:lvl5pPr indent="0" lvl="4" marL="0" algn="r">
              <a:lnSpc>
                <a:spcPct val="100000"/>
              </a:lnSpc>
              <a:spcBef>
                <a:spcPts val="0"/>
              </a:spcBef>
              <a:spcAft>
                <a:spcPts val="0"/>
              </a:spcAft>
              <a:buNone/>
              <a:defRPr/>
            </a:lvl5pPr>
            <a:lvl6pPr indent="0" lvl="5" marL="0" algn="r">
              <a:lnSpc>
                <a:spcPct val="100000"/>
              </a:lnSpc>
              <a:spcBef>
                <a:spcPts val="0"/>
              </a:spcBef>
              <a:spcAft>
                <a:spcPts val="0"/>
              </a:spcAft>
              <a:buNone/>
              <a:defRPr/>
            </a:lvl6pPr>
            <a:lvl7pPr indent="0" lvl="6" marL="0" algn="r">
              <a:lnSpc>
                <a:spcPct val="100000"/>
              </a:lnSpc>
              <a:spcBef>
                <a:spcPts val="0"/>
              </a:spcBef>
              <a:spcAft>
                <a:spcPts val="0"/>
              </a:spcAft>
              <a:buNone/>
              <a:defRPr/>
            </a:lvl7pPr>
            <a:lvl8pPr indent="0" lvl="7" marL="0" algn="r">
              <a:lnSpc>
                <a:spcPct val="100000"/>
              </a:lnSpc>
              <a:spcBef>
                <a:spcPts val="0"/>
              </a:spcBef>
              <a:spcAft>
                <a:spcPts val="0"/>
              </a:spcAft>
              <a:buNone/>
              <a:defRPr/>
            </a:lvl8pPr>
            <a:lvl9pPr indent="0" lvl="8" marL="0" algn="r">
              <a:lnSpc>
                <a:spcPct val="100000"/>
              </a:lnSpc>
              <a:spcBef>
                <a:spcPts val="0"/>
              </a:spcBef>
              <a:spcAft>
                <a:spcPts val="0"/>
              </a:spcAft>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0" name="Shape 130"/>
        <p:cNvGrpSpPr/>
        <p:nvPr/>
      </p:nvGrpSpPr>
      <p:grpSpPr>
        <a:xfrm>
          <a:off x="0" y="0"/>
          <a:ext cx="0" cy="0"/>
          <a:chOff x="0" y="0"/>
          <a:chExt cx="0" cy="0"/>
        </a:xfrm>
      </p:grpSpPr>
      <p:sp>
        <p:nvSpPr>
          <p:cNvPr id="131" name="Google Shape;131;p45"/>
          <p:cNvSpPr txBox="1"/>
          <p:nvPr>
            <p:ph type="title"/>
          </p:nvPr>
        </p:nvSpPr>
        <p:spPr>
          <a:xfrm>
            <a:off x="629841" y="342900"/>
            <a:ext cx="2949178" cy="120015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2" name="Google Shape;132;p45"/>
          <p:cNvSpPr/>
          <p:nvPr>
            <p:ph idx="2" type="pic"/>
          </p:nvPr>
        </p:nvSpPr>
        <p:spPr>
          <a:xfrm>
            <a:off x="3887391" y="740569"/>
            <a:ext cx="4629150" cy="3655219"/>
          </a:xfrm>
          <a:prstGeom prst="rect">
            <a:avLst/>
          </a:prstGeom>
          <a:noFill/>
          <a:ln>
            <a:noFill/>
          </a:ln>
        </p:spPr>
      </p:sp>
      <p:sp>
        <p:nvSpPr>
          <p:cNvPr id="133" name="Google Shape;133;p45"/>
          <p:cNvSpPr txBox="1"/>
          <p:nvPr>
            <p:ph idx="1" type="body"/>
          </p:nvPr>
        </p:nvSpPr>
        <p:spPr>
          <a:xfrm>
            <a:off x="629841" y="1543050"/>
            <a:ext cx="2949178" cy="2858691"/>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200"/>
              <a:buNone/>
              <a:defRPr sz="1200"/>
            </a:lvl1pPr>
            <a:lvl2pPr indent="-228600" lvl="1" marL="914400" algn="l">
              <a:lnSpc>
                <a:spcPct val="90000"/>
              </a:lnSpc>
              <a:spcBef>
                <a:spcPts val="375"/>
              </a:spcBef>
              <a:spcAft>
                <a:spcPts val="0"/>
              </a:spcAft>
              <a:buClr>
                <a:schemeClr val="dk1"/>
              </a:buClr>
              <a:buSzPts val="1050"/>
              <a:buNone/>
              <a:defRPr sz="1050"/>
            </a:lvl2pPr>
            <a:lvl3pPr indent="-228600" lvl="2" marL="1371600" algn="l">
              <a:lnSpc>
                <a:spcPct val="90000"/>
              </a:lnSpc>
              <a:spcBef>
                <a:spcPts val="375"/>
              </a:spcBef>
              <a:spcAft>
                <a:spcPts val="0"/>
              </a:spcAft>
              <a:buClr>
                <a:schemeClr val="dk1"/>
              </a:buClr>
              <a:buSzPts val="900"/>
              <a:buNone/>
              <a:defRPr sz="900"/>
            </a:lvl3pPr>
            <a:lvl4pPr indent="-228600" lvl="3" marL="1828800" algn="l">
              <a:lnSpc>
                <a:spcPct val="90000"/>
              </a:lnSpc>
              <a:spcBef>
                <a:spcPts val="375"/>
              </a:spcBef>
              <a:spcAft>
                <a:spcPts val="0"/>
              </a:spcAft>
              <a:buClr>
                <a:schemeClr val="dk1"/>
              </a:buClr>
              <a:buSzPts val="750"/>
              <a:buNone/>
              <a:defRPr sz="750"/>
            </a:lvl4pPr>
            <a:lvl5pPr indent="-228600" lvl="4" marL="2286000" algn="l">
              <a:lnSpc>
                <a:spcPct val="90000"/>
              </a:lnSpc>
              <a:spcBef>
                <a:spcPts val="375"/>
              </a:spcBef>
              <a:spcAft>
                <a:spcPts val="0"/>
              </a:spcAft>
              <a:buClr>
                <a:schemeClr val="dk1"/>
              </a:buClr>
              <a:buSzPts val="750"/>
              <a:buNone/>
              <a:defRPr sz="750"/>
            </a:lvl5pPr>
            <a:lvl6pPr indent="-228600" lvl="5" marL="2743200" algn="l">
              <a:lnSpc>
                <a:spcPct val="90000"/>
              </a:lnSpc>
              <a:spcBef>
                <a:spcPts val="375"/>
              </a:spcBef>
              <a:spcAft>
                <a:spcPts val="0"/>
              </a:spcAft>
              <a:buClr>
                <a:schemeClr val="dk1"/>
              </a:buClr>
              <a:buSzPts val="750"/>
              <a:buNone/>
              <a:defRPr sz="750"/>
            </a:lvl6pPr>
            <a:lvl7pPr indent="-228600" lvl="6" marL="3200400" algn="l">
              <a:lnSpc>
                <a:spcPct val="90000"/>
              </a:lnSpc>
              <a:spcBef>
                <a:spcPts val="375"/>
              </a:spcBef>
              <a:spcAft>
                <a:spcPts val="0"/>
              </a:spcAft>
              <a:buClr>
                <a:schemeClr val="dk1"/>
              </a:buClr>
              <a:buSzPts val="750"/>
              <a:buNone/>
              <a:defRPr sz="750"/>
            </a:lvl7pPr>
            <a:lvl8pPr indent="-228600" lvl="7" marL="3657600" algn="l">
              <a:lnSpc>
                <a:spcPct val="90000"/>
              </a:lnSpc>
              <a:spcBef>
                <a:spcPts val="375"/>
              </a:spcBef>
              <a:spcAft>
                <a:spcPts val="0"/>
              </a:spcAft>
              <a:buClr>
                <a:schemeClr val="dk1"/>
              </a:buClr>
              <a:buSzPts val="750"/>
              <a:buNone/>
              <a:defRPr sz="750"/>
            </a:lvl8pPr>
            <a:lvl9pPr indent="-228600" lvl="8" marL="4114800" algn="l">
              <a:lnSpc>
                <a:spcPct val="90000"/>
              </a:lnSpc>
              <a:spcBef>
                <a:spcPts val="375"/>
              </a:spcBef>
              <a:spcAft>
                <a:spcPts val="0"/>
              </a:spcAft>
              <a:buClr>
                <a:schemeClr val="dk1"/>
              </a:buClr>
              <a:buSzPts val="750"/>
              <a:buNone/>
              <a:defRPr sz="750"/>
            </a:lvl9pPr>
          </a:lstStyle>
          <a:p/>
        </p:txBody>
      </p:sp>
      <p:sp>
        <p:nvSpPr>
          <p:cNvPr id="134" name="Google Shape;134;p45"/>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45"/>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6" name="Google Shape;136;p45"/>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spcAft>
                <a:spcPts val="0"/>
              </a:spcAft>
              <a:buNone/>
              <a:defRPr/>
            </a:lvl1pPr>
            <a:lvl2pPr indent="0" lvl="1" marL="0" algn="r">
              <a:lnSpc>
                <a:spcPct val="100000"/>
              </a:lnSpc>
              <a:spcBef>
                <a:spcPts val="0"/>
              </a:spcBef>
              <a:spcAft>
                <a:spcPts val="0"/>
              </a:spcAft>
              <a:buNone/>
              <a:defRPr/>
            </a:lvl2pPr>
            <a:lvl3pPr indent="0" lvl="2" marL="0" algn="r">
              <a:lnSpc>
                <a:spcPct val="100000"/>
              </a:lnSpc>
              <a:spcBef>
                <a:spcPts val="0"/>
              </a:spcBef>
              <a:spcAft>
                <a:spcPts val="0"/>
              </a:spcAft>
              <a:buNone/>
              <a:defRPr/>
            </a:lvl3pPr>
            <a:lvl4pPr indent="0" lvl="3" marL="0" algn="r">
              <a:lnSpc>
                <a:spcPct val="100000"/>
              </a:lnSpc>
              <a:spcBef>
                <a:spcPts val="0"/>
              </a:spcBef>
              <a:spcAft>
                <a:spcPts val="0"/>
              </a:spcAft>
              <a:buNone/>
              <a:defRPr/>
            </a:lvl4pPr>
            <a:lvl5pPr indent="0" lvl="4" marL="0" algn="r">
              <a:lnSpc>
                <a:spcPct val="100000"/>
              </a:lnSpc>
              <a:spcBef>
                <a:spcPts val="0"/>
              </a:spcBef>
              <a:spcAft>
                <a:spcPts val="0"/>
              </a:spcAft>
              <a:buNone/>
              <a:defRPr/>
            </a:lvl5pPr>
            <a:lvl6pPr indent="0" lvl="5" marL="0" algn="r">
              <a:lnSpc>
                <a:spcPct val="100000"/>
              </a:lnSpc>
              <a:spcBef>
                <a:spcPts val="0"/>
              </a:spcBef>
              <a:spcAft>
                <a:spcPts val="0"/>
              </a:spcAft>
              <a:buNone/>
              <a:defRPr/>
            </a:lvl6pPr>
            <a:lvl7pPr indent="0" lvl="6" marL="0" algn="r">
              <a:lnSpc>
                <a:spcPct val="100000"/>
              </a:lnSpc>
              <a:spcBef>
                <a:spcPts val="0"/>
              </a:spcBef>
              <a:spcAft>
                <a:spcPts val="0"/>
              </a:spcAft>
              <a:buNone/>
              <a:defRPr/>
            </a:lvl7pPr>
            <a:lvl8pPr indent="0" lvl="7" marL="0" algn="r">
              <a:lnSpc>
                <a:spcPct val="100000"/>
              </a:lnSpc>
              <a:spcBef>
                <a:spcPts val="0"/>
              </a:spcBef>
              <a:spcAft>
                <a:spcPts val="0"/>
              </a:spcAft>
              <a:buNone/>
              <a:defRPr/>
            </a:lvl8pPr>
            <a:lvl9pPr indent="0" lvl="8" marL="0" algn="r">
              <a:lnSpc>
                <a:spcPct val="100000"/>
              </a:lnSpc>
              <a:spcBef>
                <a:spcPts val="0"/>
              </a:spcBef>
              <a:spcAft>
                <a:spcPts val="0"/>
              </a:spcAft>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37" name="Shape 137"/>
        <p:cNvGrpSpPr/>
        <p:nvPr/>
      </p:nvGrpSpPr>
      <p:grpSpPr>
        <a:xfrm>
          <a:off x="0" y="0"/>
          <a:ext cx="0" cy="0"/>
          <a:chOff x="0" y="0"/>
          <a:chExt cx="0" cy="0"/>
        </a:xfrm>
      </p:grpSpPr>
      <p:sp>
        <p:nvSpPr>
          <p:cNvPr id="138" name="Google Shape;138;p46"/>
          <p:cNvSpPr txBox="1"/>
          <p:nvPr>
            <p:ph type="title"/>
          </p:nvPr>
        </p:nvSpPr>
        <p:spPr>
          <a:xfrm>
            <a:off x="628650" y="273844"/>
            <a:ext cx="7886700" cy="99417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9" name="Google Shape;139;p46"/>
          <p:cNvSpPr txBox="1"/>
          <p:nvPr>
            <p:ph idx="1" type="body"/>
          </p:nvPr>
        </p:nvSpPr>
        <p:spPr>
          <a:xfrm rot="5400000">
            <a:off x="2940248" y="-942379"/>
            <a:ext cx="3263504" cy="78867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40" name="Google Shape;140;p46"/>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1" name="Google Shape;141;p46"/>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46"/>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spcAft>
                <a:spcPts val="0"/>
              </a:spcAft>
              <a:buNone/>
              <a:defRPr/>
            </a:lvl1pPr>
            <a:lvl2pPr indent="0" lvl="1" marL="0" algn="r">
              <a:lnSpc>
                <a:spcPct val="100000"/>
              </a:lnSpc>
              <a:spcBef>
                <a:spcPts val="0"/>
              </a:spcBef>
              <a:spcAft>
                <a:spcPts val="0"/>
              </a:spcAft>
              <a:buNone/>
              <a:defRPr/>
            </a:lvl2pPr>
            <a:lvl3pPr indent="0" lvl="2" marL="0" algn="r">
              <a:lnSpc>
                <a:spcPct val="100000"/>
              </a:lnSpc>
              <a:spcBef>
                <a:spcPts val="0"/>
              </a:spcBef>
              <a:spcAft>
                <a:spcPts val="0"/>
              </a:spcAft>
              <a:buNone/>
              <a:defRPr/>
            </a:lvl3pPr>
            <a:lvl4pPr indent="0" lvl="3" marL="0" algn="r">
              <a:lnSpc>
                <a:spcPct val="100000"/>
              </a:lnSpc>
              <a:spcBef>
                <a:spcPts val="0"/>
              </a:spcBef>
              <a:spcAft>
                <a:spcPts val="0"/>
              </a:spcAft>
              <a:buNone/>
              <a:defRPr/>
            </a:lvl4pPr>
            <a:lvl5pPr indent="0" lvl="4" marL="0" algn="r">
              <a:lnSpc>
                <a:spcPct val="100000"/>
              </a:lnSpc>
              <a:spcBef>
                <a:spcPts val="0"/>
              </a:spcBef>
              <a:spcAft>
                <a:spcPts val="0"/>
              </a:spcAft>
              <a:buNone/>
              <a:defRPr/>
            </a:lvl5pPr>
            <a:lvl6pPr indent="0" lvl="5" marL="0" algn="r">
              <a:lnSpc>
                <a:spcPct val="100000"/>
              </a:lnSpc>
              <a:spcBef>
                <a:spcPts val="0"/>
              </a:spcBef>
              <a:spcAft>
                <a:spcPts val="0"/>
              </a:spcAft>
              <a:buNone/>
              <a:defRPr/>
            </a:lvl6pPr>
            <a:lvl7pPr indent="0" lvl="6" marL="0" algn="r">
              <a:lnSpc>
                <a:spcPct val="100000"/>
              </a:lnSpc>
              <a:spcBef>
                <a:spcPts val="0"/>
              </a:spcBef>
              <a:spcAft>
                <a:spcPts val="0"/>
              </a:spcAft>
              <a:buNone/>
              <a:defRPr/>
            </a:lvl7pPr>
            <a:lvl8pPr indent="0" lvl="7" marL="0" algn="r">
              <a:lnSpc>
                <a:spcPct val="100000"/>
              </a:lnSpc>
              <a:spcBef>
                <a:spcPts val="0"/>
              </a:spcBef>
              <a:spcAft>
                <a:spcPts val="0"/>
              </a:spcAft>
              <a:buNone/>
              <a:defRPr/>
            </a:lvl8pPr>
            <a:lvl9pPr indent="0" lvl="8" marL="0" algn="r">
              <a:lnSpc>
                <a:spcPct val="100000"/>
              </a:lnSpc>
              <a:spcBef>
                <a:spcPts val="0"/>
              </a:spcBef>
              <a:spcAft>
                <a:spcPts val="0"/>
              </a:spcAft>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43" name="Shape 143"/>
        <p:cNvGrpSpPr/>
        <p:nvPr/>
      </p:nvGrpSpPr>
      <p:grpSpPr>
        <a:xfrm>
          <a:off x="0" y="0"/>
          <a:ext cx="0" cy="0"/>
          <a:chOff x="0" y="0"/>
          <a:chExt cx="0" cy="0"/>
        </a:xfrm>
      </p:grpSpPr>
      <p:sp>
        <p:nvSpPr>
          <p:cNvPr id="144" name="Google Shape;144;p47"/>
          <p:cNvSpPr txBox="1"/>
          <p:nvPr>
            <p:ph type="title"/>
          </p:nvPr>
        </p:nvSpPr>
        <p:spPr>
          <a:xfrm rot="5400000">
            <a:off x="5350073" y="1467446"/>
            <a:ext cx="4358879" cy="1971675"/>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5" name="Google Shape;145;p47"/>
          <p:cNvSpPr txBox="1"/>
          <p:nvPr>
            <p:ph idx="1" type="body"/>
          </p:nvPr>
        </p:nvSpPr>
        <p:spPr>
          <a:xfrm rot="5400000">
            <a:off x="1349573" y="-447079"/>
            <a:ext cx="4358879" cy="5800725"/>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46" name="Google Shape;146;p47"/>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7" name="Google Shape;147;p47"/>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8" name="Google Shape;148;p47"/>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spcAft>
                <a:spcPts val="0"/>
              </a:spcAft>
              <a:buNone/>
              <a:defRPr/>
            </a:lvl1pPr>
            <a:lvl2pPr indent="0" lvl="1" marL="0" algn="r">
              <a:lnSpc>
                <a:spcPct val="100000"/>
              </a:lnSpc>
              <a:spcBef>
                <a:spcPts val="0"/>
              </a:spcBef>
              <a:spcAft>
                <a:spcPts val="0"/>
              </a:spcAft>
              <a:buNone/>
              <a:defRPr/>
            </a:lvl2pPr>
            <a:lvl3pPr indent="0" lvl="2" marL="0" algn="r">
              <a:lnSpc>
                <a:spcPct val="100000"/>
              </a:lnSpc>
              <a:spcBef>
                <a:spcPts val="0"/>
              </a:spcBef>
              <a:spcAft>
                <a:spcPts val="0"/>
              </a:spcAft>
              <a:buNone/>
              <a:defRPr/>
            </a:lvl3pPr>
            <a:lvl4pPr indent="0" lvl="3" marL="0" algn="r">
              <a:lnSpc>
                <a:spcPct val="100000"/>
              </a:lnSpc>
              <a:spcBef>
                <a:spcPts val="0"/>
              </a:spcBef>
              <a:spcAft>
                <a:spcPts val="0"/>
              </a:spcAft>
              <a:buNone/>
              <a:defRPr/>
            </a:lvl4pPr>
            <a:lvl5pPr indent="0" lvl="4" marL="0" algn="r">
              <a:lnSpc>
                <a:spcPct val="100000"/>
              </a:lnSpc>
              <a:spcBef>
                <a:spcPts val="0"/>
              </a:spcBef>
              <a:spcAft>
                <a:spcPts val="0"/>
              </a:spcAft>
              <a:buNone/>
              <a:defRPr/>
            </a:lvl5pPr>
            <a:lvl6pPr indent="0" lvl="5" marL="0" algn="r">
              <a:lnSpc>
                <a:spcPct val="100000"/>
              </a:lnSpc>
              <a:spcBef>
                <a:spcPts val="0"/>
              </a:spcBef>
              <a:spcAft>
                <a:spcPts val="0"/>
              </a:spcAft>
              <a:buNone/>
              <a:defRPr/>
            </a:lvl6pPr>
            <a:lvl7pPr indent="0" lvl="6" marL="0" algn="r">
              <a:lnSpc>
                <a:spcPct val="100000"/>
              </a:lnSpc>
              <a:spcBef>
                <a:spcPts val="0"/>
              </a:spcBef>
              <a:spcAft>
                <a:spcPts val="0"/>
              </a:spcAft>
              <a:buNone/>
              <a:defRPr/>
            </a:lvl7pPr>
            <a:lvl8pPr indent="0" lvl="7" marL="0" algn="r">
              <a:lnSpc>
                <a:spcPct val="100000"/>
              </a:lnSpc>
              <a:spcBef>
                <a:spcPts val="0"/>
              </a:spcBef>
              <a:spcAft>
                <a:spcPts val="0"/>
              </a:spcAft>
              <a:buNone/>
              <a:defRPr/>
            </a:lvl8pPr>
            <a:lvl9pPr indent="0" lvl="8" marL="0" algn="r">
              <a:lnSpc>
                <a:spcPct val="100000"/>
              </a:lnSpc>
              <a:spcBef>
                <a:spcPts val="0"/>
              </a:spcBef>
              <a:spcAft>
                <a:spcPts val="0"/>
              </a:spcAft>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5" Type="http://schemas.openxmlformats.org/officeDocument/2006/relationships/slideLayout" Target="../slideLayouts/slideLayout5.xml"/><Relationship Id="rId19" Type="http://schemas.openxmlformats.org/officeDocument/2006/relationships/slideLayout" Target="../slideLayouts/slideLayout19.xml"/><Relationship Id="rId6" Type="http://schemas.openxmlformats.org/officeDocument/2006/relationships/slideLayout" Target="../slideLayouts/slideLayout6.xml"/><Relationship Id="rId18" Type="http://schemas.openxmlformats.org/officeDocument/2006/relationships/slideLayout" Target="../slideLayouts/slideLayout18.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8"/>
          <p:cNvSpPr txBox="1"/>
          <p:nvPr>
            <p:ph type="title"/>
          </p:nvPr>
        </p:nvSpPr>
        <p:spPr>
          <a:xfrm>
            <a:off x="628650" y="273844"/>
            <a:ext cx="7886700" cy="994172"/>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8"/>
          <p:cNvSpPr txBox="1"/>
          <p:nvPr>
            <p:ph idx="1" type="body"/>
          </p:nvPr>
        </p:nvSpPr>
        <p:spPr>
          <a:xfrm>
            <a:off x="628650" y="1369219"/>
            <a:ext cx="7886700" cy="3263504"/>
          </a:xfrm>
          <a:prstGeom prst="rect">
            <a:avLst/>
          </a:prstGeom>
          <a:noFill/>
          <a:ln>
            <a:noFill/>
          </a:ln>
        </p:spPr>
        <p:txBody>
          <a:bodyPr anchorCtr="0" anchor="t" bIns="45700" lIns="91425" spcFirstLastPara="1" rIns="91425" wrap="square" tIns="45700">
            <a:normAutofit/>
          </a:bodyPr>
          <a:lstStyle>
            <a:lvl1pPr indent="-361950" lvl="0" marL="457200" marR="0" rtl="0" algn="l">
              <a:lnSpc>
                <a:spcPct val="90000"/>
              </a:lnSpc>
              <a:spcBef>
                <a:spcPts val="75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375"/>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375"/>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4325" lvl="3" marL="1828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4pPr>
            <a:lvl5pPr indent="-314325" lvl="4" marL="22860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5pPr>
            <a:lvl6pPr indent="-314325" lvl="5" marL="27432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6pPr>
            <a:lvl7pPr indent="-314325" lvl="6" marL="32004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7pPr>
            <a:lvl8pPr indent="-314325" lvl="7" marL="36576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8pPr>
            <a:lvl9pPr indent="-314325" lvl="8" marL="4114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9pPr>
          </a:lstStyle>
          <a:p/>
        </p:txBody>
      </p:sp>
      <p:sp>
        <p:nvSpPr>
          <p:cNvPr id="8" name="Google Shape;8;p28"/>
          <p:cNvSpPr txBox="1"/>
          <p:nvPr>
            <p:ph idx="10" type="dt"/>
          </p:nvPr>
        </p:nvSpPr>
        <p:spPr>
          <a:xfrm>
            <a:off x="628650" y="4767263"/>
            <a:ext cx="2057400" cy="273844"/>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SzPts val="1400"/>
              <a:buNone/>
              <a:defRPr b="0" i="0" sz="9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9pPr>
          </a:lstStyle>
          <a:p/>
        </p:txBody>
      </p:sp>
      <p:sp>
        <p:nvSpPr>
          <p:cNvPr id="9" name="Google Shape;9;p28"/>
          <p:cNvSpPr txBox="1"/>
          <p:nvPr>
            <p:ph idx="11" type="ftr"/>
          </p:nvPr>
        </p:nvSpPr>
        <p:spPr>
          <a:xfrm>
            <a:off x="3028950" y="4767263"/>
            <a:ext cx="3086100" cy="273844"/>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SzPts val="1400"/>
              <a:buNone/>
              <a:defRPr b="0" i="0" sz="9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1400" u="none" cap="none" strike="noStrike">
                <a:solidFill>
                  <a:srgbClr val="000000"/>
                </a:solidFill>
                <a:latin typeface="Arial"/>
                <a:ea typeface="Arial"/>
                <a:cs typeface="Arial"/>
                <a:sym typeface="Arial"/>
              </a:defRPr>
            </a:lvl9pPr>
          </a:lstStyle>
          <a:p/>
        </p:txBody>
      </p:sp>
      <p:sp>
        <p:nvSpPr>
          <p:cNvPr id="10" name="Google Shape;10;p28"/>
          <p:cNvSpPr txBox="1"/>
          <p:nvPr>
            <p:ph idx="12" type="sldNum"/>
          </p:nvPr>
        </p:nvSpPr>
        <p:spPr>
          <a:xfrm>
            <a:off x="6457950" y="4767263"/>
            <a:ext cx="2057400" cy="273844"/>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None/>
              <a:defRPr b="0" i="0" sz="9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None/>
              <a:defRPr b="0" i="0" sz="9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None/>
              <a:defRPr b="0" i="0" sz="9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None/>
              <a:defRPr b="0" i="0" sz="9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None/>
              <a:defRPr b="0" i="0" sz="9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None/>
              <a:defRPr b="0" i="0" sz="9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None/>
              <a:defRPr b="0" i="0" sz="9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None/>
              <a:defRPr b="0" i="0" sz="9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4.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
          <p:cNvSpPr txBox="1"/>
          <p:nvPr>
            <p:ph type="title"/>
          </p:nvPr>
        </p:nvSpPr>
        <p:spPr>
          <a:xfrm>
            <a:off x="885250" y="860975"/>
            <a:ext cx="4387500" cy="2036400"/>
          </a:xfrm>
          <a:prstGeom prst="rect">
            <a:avLst/>
          </a:prstGeom>
          <a:noFill/>
          <a:ln>
            <a:noFill/>
          </a:ln>
        </p:spPr>
        <p:txBody>
          <a:bodyPr anchorCtr="0" anchor="t" bIns="0" lIns="0" spcFirstLastPara="1" rIns="91425" wrap="square" tIns="0">
            <a:noAutofit/>
          </a:bodyPr>
          <a:lstStyle/>
          <a:p>
            <a:pPr indent="0" lvl="0" marL="0" rtl="0" algn="l">
              <a:lnSpc>
                <a:spcPct val="80000"/>
              </a:lnSpc>
              <a:spcBef>
                <a:spcPts val="0"/>
              </a:spcBef>
              <a:spcAft>
                <a:spcPts val="0"/>
              </a:spcAft>
              <a:buClr>
                <a:srgbClr val="000000"/>
              </a:buClr>
              <a:buSzPts val="3000"/>
              <a:buFont typeface="Comfortaa"/>
              <a:buNone/>
            </a:pPr>
            <a:r>
              <a:rPr lang="en" sz="6000">
                <a:solidFill>
                  <a:srgbClr val="073763"/>
                </a:solidFill>
                <a:latin typeface="Comfortaa"/>
                <a:ea typeface="Comfortaa"/>
                <a:cs typeface="Comfortaa"/>
                <a:sym typeface="Comfortaa"/>
              </a:rPr>
              <a:t>AstroSage Analysis</a:t>
            </a:r>
            <a:endParaRPr sz="6000">
              <a:solidFill>
                <a:srgbClr val="073763"/>
              </a:solidFill>
              <a:latin typeface="Comfortaa"/>
              <a:ea typeface="Comfortaa"/>
              <a:cs typeface="Comfortaa"/>
              <a:sym typeface="Comfortaa"/>
            </a:endParaRPr>
          </a:p>
        </p:txBody>
      </p:sp>
      <p:sp>
        <p:nvSpPr>
          <p:cNvPr id="154" name="Google Shape;154;p1"/>
          <p:cNvSpPr txBox="1"/>
          <p:nvPr>
            <p:ph idx="1" type="subTitle"/>
          </p:nvPr>
        </p:nvSpPr>
        <p:spPr>
          <a:xfrm>
            <a:off x="1188600" y="3064200"/>
            <a:ext cx="3383400" cy="1110600"/>
          </a:xfrm>
          <a:prstGeom prst="rect">
            <a:avLst/>
          </a:prstGeom>
          <a:noFill/>
          <a:ln>
            <a:noFill/>
          </a:ln>
        </p:spPr>
        <p:txBody>
          <a:bodyPr anchorCtr="0" anchor="t" bIns="0" lIns="0" spcFirstLastPara="1" rIns="91425" wrap="square" tIns="0">
            <a:noAutofit/>
          </a:bodyPr>
          <a:lstStyle/>
          <a:p>
            <a:pPr indent="0" lvl="0" marL="0" rtl="0" algn="ctr">
              <a:lnSpc>
                <a:spcPct val="100000"/>
              </a:lnSpc>
              <a:spcBef>
                <a:spcPts val="0"/>
              </a:spcBef>
              <a:spcAft>
                <a:spcPts val="0"/>
              </a:spcAft>
              <a:buSzPts val="1100"/>
              <a:buNone/>
            </a:pPr>
            <a:r>
              <a:rPr b="1" lang="en" sz="1800">
                <a:latin typeface="Comfortaa"/>
                <a:ea typeface="Comfortaa"/>
                <a:cs typeface="Comfortaa"/>
                <a:sym typeface="Comfortaa"/>
              </a:rPr>
              <a:t>Vikas Chandrakar</a:t>
            </a:r>
            <a:endParaRPr b="1" sz="1800">
              <a:latin typeface="Comfortaa"/>
              <a:ea typeface="Comfortaa"/>
              <a:cs typeface="Comfortaa"/>
              <a:sym typeface="Comfortaa"/>
            </a:endParaRPr>
          </a:p>
          <a:p>
            <a:pPr indent="0" lvl="0" marL="0" rtl="0" algn="ctr">
              <a:lnSpc>
                <a:spcPct val="100000"/>
              </a:lnSpc>
              <a:spcBef>
                <a:spcPts val="0"/>
              </a:spcBef>
              <a:spcAft>
                <a:spcPts val="0"/>
              </a:spcAft>
              <a:buSzPts val="1100"/>
              <a:buNone/>
            </a:pPr>
            <a:r>
              <a:t/>
            </a:r>
            <a:endParaRPr b="1" sz="1800">
              <a:latin typeface="Comfortaa"/>
              <a:ea typeface="Comfortaa"/>
              <a:cs typeface="Comfortaa"/>
              <a:sym typeface="Comfortaa"/>
            </a:endParaRPr>
          </a:p>
          <a:p>
            <a:pPr indent="0" lvl="0" marL="0" rtl="0" algn="ctr">
              <a:lnSpc>
                <a:spcPct val="100000"/>
              </a:lnSpc>
              <a:spcBef>
                <a:spcPts val="0"/>
              </a:spcBef>
              <a:spcAft>
                <a:spcPts val="0"/>
              </a:spcAft>
              <a:buSzPts val="1100"/>
              <a:buNone/>
            </a:pPr>
            <a:r>
              <a:rPr lang="en" sz="1200">
                <a:latin typeface="Comfortaa Medium"/>
                <a:ea typeface="Comfortaa Medium"/>
                <a:cs typeface="Comfortaa Medium"/>
                <a:sym typeface="Comfortaa Medium"/>
              </a:rPr>
              <a:t>05</a:t>
            </a:r>
            <a:r>
              <a:rPr lang="en" sz="1200">
                <a:latin typeface="Comfortaa Medium"/>
                <a:ea typeface="Comfortaa Medium"/>
                <a:cs typeface="Comfortaa Medium"/>
                <a:sym typeface="Comfortaa Medium"/>
              </a:rPr>
              <a:t>-November-2025</a:t>
            </a:r>
            <a:endParaRPr sz="1200">
              <a:latin typeface="Comfortaa Medium"/>
              <a:ea typeface="Comfortaa Medium"/>
              <a:cs typeface="Comfortaa Medium"/>
              <a:sym typeface="Comfortaa Medium"/>
            </a:endParaRPr>
          </a:p>
          <a:p>
            <a:pPr indent="0" lvl="0" marL="0" rtl="0" algn="l">
              <a:lnSpc>
                <a:spcPct val="115000"/>
              </a:lnSpc>
              <a:spcBef>
                <a:spcPts val="0"/>
              </a:spcBef>
              <a:spcAft>
                <a:spcPts val="0"/>
              </a:spcAft>
              <a:buSzPts val="1100"/>
              <a:buNone/>
            </a:pPr>
            <a:r>
              <a:t/>
            </a:r>
            <a:endParaRPr/>
          </a:p>
        </p:txBody>
      </p:sp>
      <p:pic>
        <p:nvPicPr>
          <p:cNvPr id="155" name="Google Shape;155;p1"/>
          <p:cNvPicPr preferRelativeResize="0"/>
          <p:nvPr/>
        </p:nvPicPr>
        <p:blipFill rotWithShape="1">
          <a:blip r:embed="rId3">
            <a:alphaModFix/>
          </a:blip>
          <a:srcRect b="27" l="31" r="47" t="9"/>
          <a:stretch/>
        </p:blipFill>
        <p:spPr>
          <a:xfrm>
            <a:off x="5733100" y="782275"/>
            <a:ext cx="3198423" cy="357635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descr="Spaces to add section titles" id="160" name="Google Shape;160;p2"/>
          <p:cNvSpPr txBox="1"/>
          <p:nvPr>
            <p:ph idx="1" type="subTitle"/>
          </p:nvPr>
        </p:nvSpPr>
        <p:spPr>
          <a:xfrm>
            <a:off x="92250" y="118750"/>
            <a:ext cx="8959500" cy="452700"/>
          </a:xfrm>
          <a:prstGeom prst="rect">
            <a:avLst/>
          </a:prstGeom>
          <a:noFill/>
          <a:ln>
            <a:noFill/>
          </a:ln>
        </p:spPr>
        <p:txBody>
          <a:bodyPr anchorCtr="0" anchor="t" bIns="0" lIns="0" spcFirstLastPara="1" rIns="91425" wrap="square" tIns="0">
            <a:noAutofit/>
          </a:bodyPr>
          <a:lstStyle/>
          <a:p>
            <a:pPr indent="0" lvl="0" marL="0" rtl="0" algn="ctr">
              <a:lnSpc>
                <a:spcPct val="80000"/>
              </a:lnSpc>
              <a:spcBef>
                <a:spcPts val="0"/>
              </a:spcBef>
              <a:spcAft>
                <a:spcPts val="0"/>
              </a:spcAft>
              <a:buSzPts val="1000"/>
              <a:buNone/>
            </a:pPr>
            <a:r>
              <a:rPr lang="en">
                <a:solidFill>
                  <a:srgbClr val="1E4E79"/>
                </a:solidFill>
                <a:latin typeface="Comfortaa Medium"/>
                <a:ea typeface="Comfortaa Medium"/>
                <a:cs typeface="Comfortaa Medium"/>
                <a:sym typeface="Comfortaa Medium"/>
              </a:rPr>
              <a:t>About AtstroSage</a:t>
            </a:r>
            <a:endParaRPr>
              <a:solidFill>
                <a:srgbClr val="1E4E79"/>
              </a:solidFill>
              <a:latin typeface="Comfortaa Medium"/>
              <a:ea typeface="Comfortaa Medium"/>
              <a:cs typeface="Comfortaa Medium"/>
              <a:sym typeface="Comfortaa Medium"/>
            </a:endParaRPr>
          </a:p>
        </p:txBody>
      </p:sp>
      <p:sp>
        <p:nvSpPr>
          <p:cNvPr id="161" name="Google Shape;161;p2"/>
          <p:cNvSpPr txBox="1"/>
          <p:nvPr/>
        </p:nvSpPr>
        <p:spPr>
          <a:xfrm>
            <a:off x="1559098" y="571450"/>
            <a:ext cx="7166400" cy="1408500"/>
          </a:xfrm>
          <a:prstGeom prst="rect">
            <a:avLst/>
          </a:prstGeom>
          <a:noFill/>
          <a:ln>
            <a:noFill/>
          </a:ln>
        </p:spPr>
        <p:txBody>
          <a:bodyPr anchorCtr="0" anchor="t" bIns="91425" lIns="91425" spcFirstLastPara="1" rIns="91425" wrap="square" tIns="91425">
            <a:noAutofit/>
          </a:bodyPr>
          <a:lstStyle/>
          <a:p>
            <a:pPr indent="0" lvl="0" marL="0" marR="0" rtl="0" algn="l">
              <a:lnSpc>
                <a:spcPct val="150000"/>
              </a:lnSpc>
              <a:spcBef>
                <a:spcPts val="0"/>
              </a:spcBef>
              <a:spcAft>
                <a:spcPts val="0"/>
              </a:spcAft>
              <a:buClr>
                <a:srgbClr val="000000"/>
              </a:buClr>
              <a:buSzPts val="1200"/>
              <a:buFont typeface="Arial"/>
              <a:buNone/>
            </a:pPr>
            <a:r>
              <a:rPr b="0" i="0" lang="en" sz="1200" u="none" cap="none" strike="noStrike">
                <a:solidFill>
                  <a:schemeClr val="dk1"/>
                </a:solidFill>
                <a:latin typeface="Comfortaa"/>
                <a:ea typeface="Comfortaa"/>
                <a:cs typeface="Comfortaa"/>
                <a:sym typeface="Comfortaa"/>
              </a:rPr>
              <a:t>Company overview - AstroSage</a:t>
            </a:r>
            <a:endParaRPr b="0" i="0" sz="1200" u="none" cap="none" strike="noStrike">
              <a:solidFill>
                <a:schemeClr val="dk1"/>
              </a:solidFill>
              <a:latin typeface="Comfortaa"/>
              <a:ea typeface="Comfortaa"/>
              <a:cs typeface="Comfortaa"/>
              <a:sym typeface="Comfortaa"/>
            </a:endParaRPr>
          </a:p>
          <a:p>
            <a:pPr indent="0" lvl="0" marL="0" marR="0" rtl="0" algn="l">
              <a:lnSpc>
                <a:spcPct val="15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a:ea typeface="Comfortaa"/>
              <a:cs typeface="Comfortaa"/>
              <a:sym typeface="Comfortaa"/>
            </a:endParaRPr>
          </a:p>
          <a:p>
            <a:pPr indent="0" lvl="0" marL="0" marR="0" rtl="0" algn="l">
              <a:lnSpc>
                <a:spcPct val="150000"/>
              </a:lnSpc>
              <a:spcBef>
                <a:spcPts val="0"/>
              </a:spcBef>
              <a:spcAft>
                <a:spcPts val="0"/>
              </a:spcAft>
              <a:buClr>
                <a:srgbClr val="000000"/>
              </a:buClr>
              <a:buSzPts val="1200"/>
              <a:buFont typeface="Arial"/>
              <a:buNone/>
            </a:pPr>
            <a:r>
              <a:rPr b="0" i="0" lang="en" sz="1200" u="none" cap="none" strike="noStrike">
                <a:solidFill>
                  <a:schemeClr val="dk1"/>
                </a:solidFill>
                <a:latin typeface="Comfortaa"/>
                <a:ea typeface="Comfortaa"/>
                <a:cs typeface="Comfortaa"/>
                <a:sym typeface="Comfortaa"/>
              </a:rPr>
              <a:t>Industry: Digital astrology and spiritual services</a:t>
            </a:r>
            <a:endParaRPr b="0" i="0" sz="1200" u="none" cap="none" strike="noStrike">
              <a:solidFill>
                <a:schemeClr val="dk1"/>
              </a:solidFill>
              <a:latin typeface="Comfortaa"/>
              <a:ea typeface="Comfortaa"/>
              <a:cs typeface="Comfortaa"/>
              <a:sym typeface="Comfortaa"/>
            </a:endParaRPr>
          </a:p>
          <a:p>
            <a:pPr indent="0" lvl="0" marL="0" marR="0" rtl="0" algn="l">
              <a:lnSpc>
                <a:spcPct val="150000"/>
              </a:lnSpc>
              <a:spcBef>
                <a:spcPts val="0"/>
              </a:spcBef>
              <a:spcAft>
                <a:spcPts val="0"/>
              </a:spcAft>
              <a:buClr>
                <a:srgbClr val="000000"/>
              </a:buClr>
              <a:buSzPts val="1200"/>
              <a:buFont typeface="Arial"/>
              <a:buNone/>
            </a:pPr>
            <a:r>
              <a:rPr b="0" i="0" lang="en" sz="1200" u="none" cap="none" strike="noStrike">
                <a:solidFill>
                  <a:schemeClr val="dk1"/>
                </a:solidFill>
                <a:latin typeface="Comfortaa"/>
                <a:ea typeface="Comfortaa"/>
                <a:cs typeface="Comfortaa"/>
                <a:sym typeface="Comfortaa"/>
              </a:rPr>
              <a:t>Headquarters: Noida, India</a:t>
            </a:r>
            <a:endParaRPr b="0" i="0" sz="1200" u="none" cap="none" strike="noStrike">
              <a:solidFill>
                <a:schemeClr val="dk1"/>
              </a:solidFill>
              <a:latin typeface="Comfortaa"/>
              <a:ea typeface="Comfortaa"/>
              <a:cs typeface="Comfortaa"/>
              <a:sym typeface="Comfortaa"/>
            </a:endParaRPr>
          </a:p>
          <a:p>
            <a:pPr indent="0" lvl="0" marL="0" marR="0" rtl="0" algn="l">
              <a:lnSpc>
                <a:spcPct val="150000"/>
              </a:lnSpc>
              <a:spcBef>
                <a:spcPts val="0"/>
              </a:spcBef>
              <a:spcAft>
                <a:spcPts val="0"/>
              </a:spcAft>
              <a:buClr>
                <a:srgbClr val="000000"/>
              </a:buClr>
              <a:buSzPts val="1200"/>
              <a:buFont typeface="Arial"/>
              <a:buNone/>
            </a:pPr>
            <a:r>
              <a:rPr b="0" i="0" lang="en" sz="1200" u="none" cap="none" strike="noStrike">
                <a:solidFill>
                  <a:schemeClr val="dk1"/>
                </a:solidFill>
                <a:latin typeface="Comfortaa"/>
                <a:ea typeface="Comfortaa"/>
                <a:cs typeface="Comfortaa"/>
                <a:sym typeface="Comfortaa"/>
              </a:rPr>
              <a:t>Ownership: Operated by Ojas Softech Pvt. Ltd.</a:t>
            </a:r>
            <a:endParaRPr b="0" i="0" sz="1200" u="none" cap="none" strike="noStrike">
              <a:solidFill>
                <a:schemeClr val="dk1"/>
              </a:solidFill>
              <a:latin typeface="Comfortaa"/>
              <a:ea typeface="Comfortaa"/>
              <a:cs typeface="Comfortaa"/>
              <a:sym typeface="Comfortaa"/>
            </a:endParaRPr>
          </a:p>
          <a:p>
            <a:pPr indent="0" lvl="0" marL="0" marR="0" rtl="0" algn="l">
              <a:lnSpc>
                <a:spcPct val="150000"/>
              </a:lnSpc>
              <a:spcBef>
                <a:spcPts val="0"/>
              </a:spcBef>
              <a:spcAft>
                <a:spcPts val="0"/>
              </a:spcAft>
              <a:buClr>
                <a:srgbClr val="000000"/>
              </a:buClr>
              <a:buSzPts val="1200"/>
              <a:buFont typeface="Arial"/>
              <a:buNone/>
            </a:pPr>
            <a:r>
              <a:rPr b="0" i="0" lang="en" sz="1200" u="none" cap="none" strike="noStrike">
                <a:solidFill>
                  <a:schemeClr val="dk1"/>
                </a:solidFill>
                <a:latin typeface="Comfortaa"/>
                <a:ea typeface="Comfortaa"/>
                <a:cs typeface="Comfortaa"/>
                <a:sym typeface="Comfortaa"/>
              </a:rPr>
              <a:t>Founded: Mid-2000s (public sources indicate the portal launched in the 2000s)</a:t>
            </a:r>
            <a:endParaRPr b="0" i="0" sz="1200" u="none" cap="none" strike="noStrike">
              <a:solidFill>
                <a:schemeClr val="dk1"/>
              </a:solidFill>
              <a:latin typeface="Comfortaa"/>
              <a:ea typeface="Comfortaa"/>
              <a:cs typeface="Comfortaa"/>
              <a:sym typeface="Comfortaa"/>
            </a:endParaRPr>
          </a:p>
          <a:p>
            <a:pPr indent="0" lvl="0" marL="0" marR="0" rtl="0" algn="l">
              <a:lnSpc>
                <a:spcPct val="150000"/>
              </a:lnSpc>
              <a:spcBef>
                <a:spcPts val="0"/>
              </a:spcBef>
              <a:spcAft>
                <a:spcPts val="0"/>
              </a:spcAft>
              <a:buClr>
                <a:srgbClr val="000000"/>
              </a:buClr>
              <a:buSzPts val="1200"/>
              <a:buFont typeface="Arial"/>
              <a:buNone/>
            </a:pPr>
            <a:r>
              <a:rPr b="0" i="0" lang="en" sz="1200" u="none" cap="none" strike="noStrike">
                <a:solidFill>
                  <a:schemeClr val="dk1"/>
                </a:solidFill>
                <a:latin typeface="Comfortaa"/>
                <a:ea typeface="Comfortaa"/>
                <a:cs typeface="Comfortaa"/>
                <a:sym typeface="Comfortaa"/>
              </a:rPr>
              <a:t>Website: www.astrosage.com</a:t>
            </a:r>
            <a:endParaRPr b="0" i="0" sz="1200" u="none" cap="none" strike="noStrike">
              <a:solidFill>
                <a:schemeClr val="dk1"/>
              </a:solidFill>
              <a:latin typeface="Lato"/>
              <a:ea typeface="Lato"/>
              <a:cs typeface="Lato"/>
              <a:sym typeface="Lato"/>
            </a:endParaRPr>
          </a:p>
        </p:txBody>
      </p:sp>
      <p:pic>
        <p:nvPicPr>
          <p:cNvPr id="162" name="Google Shape;162;p2"/>
          <p:cNvPicPr preferRelativeResize="0"/>
          <p:nvPr/>
        </p:nvPicPr>
        <p:blipFill rotWithShape="1">
          <a:blip r:embed="rId3">
            <a:alphaModFix/>
          </a:blip>
          <a:srcRect b="27" l="31" r="47" t="9"/>
          <a:stretch/>
        </p:blipFill>
        <p:spPr>
          <a:xfrm>
            <a:off x="269811" y="571450"/>
            <a:ext cx="1230838" cy="1376251"/>
          </a:xfrm>
          <a:prstGeom prst="rect">
            <a:avLst/>
          </a:prstGeom>
          <a:noFill/>
          <a:ln>
            <a:noFill/>
          </a:ln>
        </p:spPr>
      </p:pic>
      <p:sp>
        <p:nvSpPr>
          <p:cNvPr id="163" name="Google Shape;163;p2"/>
          <p:cNvSpPr txBox="1"/>
          <p:nvPr/>
        </p:nvSpPr>
        <p:spPr>
          <a:xfrm>
            <a:off x="283498" y="2985742"/>
            <a:ext cx="8442000" cy="1763875"/>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None/>
            </a:pPr>
            <a:r>
              <a:rPr b="1" i="0" lang="en" sz="1800" u="none" cap="none" strike="noStrike">
                <a:solidFill>
                  <a:schemeClr val="dk1"/>
                </a:solidFill>
                <a:latin typeface="Comfortaa"/>
                <a:ea typeface="Comfortaa"/>
                <a:cs typeface="Comfortaa"/>
                <a:sym typeface="Comfortaa"/>
              </a:rPr>
              <a:t>What the company does</a:t>
            </a:r>
            <a:endParaRPr b="1" i="0" sz="1800" u="none" cap="none" strike="noStrike">
              <a:solidFill>
                <a:schemeClr val="dk1"/>
              </a:solidFill>
              <a:latin typeface="Comfortaa"/>
              <a:ea typeface="Comfortaa"/>
              <a:cs typeface="Comfortaa"/>
              <a:sym typeface="Comfortaa"/>
            </a:endParaRPr>
          </a:p>
          <a:p>
            <a:pPr indent="-107950" lvl="0" marL="17145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omfortaa"/>
              <a:ea typeface="Comfortaa"/>
              <a:cs typeface="Comfortaa"/>
              <a:sym typeface="Comfortaa"/>
            </a:endParaRPr>
          </a:p>
          <a:p>
            <a:pPr indent="-171450" lvl="0" marL="323850" marR="0" rtl="0" algn="l">
              <a:lnSpc>
                <a:spcPct val="15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a:ea typeface="Comfortaa"/>
                <a:cs typeface="Comfortaa"/>
                <a:sym typeface="Comfortaa"/>
              </a:rPr>
              <a:t>Provides Vedic astrology tools and content.</a:t>
            </a:r>
            <a:endParaRPr b="0" i="0" sz="1200" u="none" cap="none" strike="noStrike">
              <a:solidFill>
                <a:schemeClr val="dk1"/>
              </a:solidFill>
              <a:latin typeface="Comfortaa"/>
              <a:ea typeface="Comfortaa"/>
              <a:cs typeface="Comfortaa"/>
              <a:sym typeface="Comfortaa"/>
            </a:endParaRPr>
          </a:p>
          <a:p>
            <a:pPr indent="-171450" lvl="0" marL="323850" marR="0" rtl="0" algn="l">
              <a:lnSpc>
                <a:spcPct val="15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a:ea typeface="Comfortaa"/>
                <a:cs typeface="Comfortaa"/>
                <a:sym typeface="Comfortaa"/>
              </a:rPr>
              <a:t>Offers consultations with astrologers via its marketplace (AstroSage Varta) and detailed paid reports (e.g., Brihat Kundli).</a:t>
            </a:r>
            <a:endParaRPr b="0" i="0" sz="1200" u="none" cap="none" strike="noStrike">
              <a:solidFill>
                <a:schemeClr val="dk1"/>
              </a:solidFill>
              <a:latin typeface="Comfortaa"/>
              <a:ea typeface="Comfortaa"/>
              <a:cs typeface="Comfortaa"/>
              <a:sym typeface="Comfortaa"/>
            </a:endParaRPr>
          </a:p>
          <a:p>
            <a:pPr indent="-171450" lvl="0" marL="323850" marR="0" rtl="0" algn="l">
              <a:lnSpc>
                <a:spcPct val="15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a:ea typeface="Comfortaa"/>
                <a:cs typeface="Comfortaa"/>
                <a:sym typeface="Comfortaa"/>
              </a:rPr>
              <a:t>Sells spiritual products and remedies.</a:t>
            </a:r>
            <a:endParaRPr b="0" i="0" sz="1200" u="none" cap="none" strike="noStrike">
              <a:solidFill>
                <a:schemeClr val="dk1"/>
              </a:solidFill>
              <a:latin typeface="Comfortaa"/>
              <a:ea typeface="Comfortaa"/>
              <a:cs typeface="Comfortaa"/>
              <a:sym typeface="Comfortaa"/>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3"/>
          <p:cNvSpPr txBox="1"/>
          <p:nvPr/>
        </p:nvSpPr>
        <p:spPr>
          <a:xfrm>
            <a:off x="330975" y="122774"/>
            <a:ext cx="8419500" cy="1477297"/>
          </a:xfrm>
          <a:prstGeom prst="rect">
            <a:avLst/>
          </a:prstGeom>
          <a:noFill/>
          <a:ln>
            <a:noFill/>
          </a:ln>
        </p:spPr>
        <p:txBody>
          <a:bodyPr anchorCtr="0" anchor="t" bIns="91425" lIns="91425" spcFirstLastPara="1" rIns="91425" wrap="square" tIns="91425">
            <a:spAutoFit/>
          </a:bodyPr>
          <a:lstStyle/>
          <a:p>
            <a:pPr indent="0" lvl="0" marL="0" marR="0" rtl="0" algn="ctr">
              <a:lnSpc>
                <a:spcPct val="150000"/>
              </a:lnSpc>
              <a:spcBef>
                <a:spcPts val="0"/>
              </a:spcBef>
              <a:spcAft>
                <a:spcPts val="0"/>
              </a:spcAft>
              <a:buClr>
                <a:srgbClr val="000000"/>
              </a:buClr>
              <a:buSzPts val="1800"/>
              <a:buFont typeface="Arial"/>
              <a:buNone/>
            </a:pPr>
            <a:r>
              <a:rPr b="1" i="0" lang="en" sz="2400" u="none" cap="none" strike="noStrike">
                <a:solidFill>
                  <a:srgbClr val="1E4E79"/>
                </a:solidFill>
                <a:latin typeface="Comfortaa"/>
                <a:ea typeface="Comfortaa"/>
                <a:cs typeface="Comfortaa"/>
                <a:sym typeface="Comfortaa"/>
              </a:rPr>
              <a:t>Problem Statement</a:t>
            </a:r>
            <a:endParaRPr b="1" i="0" sz="2800" u="none" cap="none" strike="noStrike">
              <a:solidFill>
                <a:srgbClr val="1E4E79"/>
              </a:solidFill>
              <a:latin typeface="Comfortaa"/>
              <a:ea typeface="Comfortaa"/>
              <a:cs typeface="Comfortaa"/>
              <a:sym typeface="Comfortaa"/>
            </a:endParaRPr>
          </a:p>
          <a:p>
            <a:pPr indent="0" lvl="0" marL="0" marR="0" rtl="0" algn="l">
              <a:lnSpc>
                <a:spcPct val="100000"/>
              </a:lnSpc>
              <a:spcBef>
                <a:spcPts val="0"/>
              </a:spcBef>
              <a:spcAft>
                <a:spcPts val="0"/>
              </a:spcAft>
              <a:buClr>
                <a:srgbClr val="000000"/>
              </a:buClr>
              <a:buSzPts val="1800"/>
              <a:buFont typeface="Arial"/>
              <a:buNone/>
            </a:pPr>
            <a:r>
              <a:rPr b="0" i="0" lang="en" sz="1200" u="none" cap="none" strike="noStrike">
                <a:solidFill>
                  <a:schemeClr val="dk1"/>
                </a:solidFill>
                <a:latin typeface="Comfortaa"/>
                <a:ea typeface="Comfortaa"/>
                <a:cs typeface="Comfortaa"/>
                <a:sym typeface="Comfortaa"/>
              </a:rPr>
              <a:t>AstroSage has received a 1 crore investment and aims to optimize its call center operations. The goal is to determine how to allocate this investment to maximize operational efficiency, customer satisfaction, and profitability. The analysis will consider historical call data, performance metrics, and market trends to make informed decisions.</a:t>
            </a:r>
            <a:endParaRPr b="0" i="0" sz="1200" u="none" cap="none" strike="noStrike">
              <a:solidFill>
                <a:schemeClr val="dk1"/>
              </a:solidFill>
              <a:latin typeface="Comfortaa"/>
              <a:ea typeface="Comfortaa"/>
              <a:cs typeface="Comfortaa"/>
              <a:sym typeface="Comfortaa"/>
            </a:endParaRPr>
          </a:p>
        </p:txBody>
      </p:sp>
      <p:pic>
        <p:nvPicPr>
          <p:cNvPr id="169" name="Google Shape;169;p3"/>
          <p:cNvPicPr preferRelativeResize="0"/>
          <p:nvPr/>
        </p:nvPicPr>
        <p:blipFill rotWithShape="1">
          <a:blip r:embed="rId3">
            <a:alphaModFix/>
          </a:blip>
          <a:srcRect b="0" l="0" r="0" t="0"/>
          <a:stretch/>
        </p:blipFill>
        <p:spPr>
          <a:xfrm>
            <a:off x="330975" y="1777869"/>
            <a:ext cx="8470425" cy="2851253"/>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descr="Spaces to add section titles" id="174" name="Google Shape;174;p4"/>
          <p:cNvSpPr txBox="1"/>
          <p:nvPr>
            <p:ph idx="4294967295" type="subTitle"/>
          </p:nvPr>
        </p:nvSpPr>
        <p:spPr>
          <a:xfrm>
            <a:off x="132985" y="92017"/>
            <a:ext cx="8942388" cy="526273"/>
          </a:xfrm>
          <a:prstGeom prst="rect">
            <a:avLst/>
          </a:prstGeom>
          <a:noFill/>
          <a:ln>
            <a:noFill/>
          </a:ln>
        </p:spPr>
        <p:txBody>
          <a:bodyPr anchorCtr="0" anchor="t" bIns="0" lIns="0" spcFirstLastPara="1" rIns="91425" wrap="square" tIns="0">
            <a:noAutofit/>
          </a:bodyPr>
          <a:lstStyle/>
          <a:p>
            <a:pPr indent="0" lvl="0" marL="0" marR="0" rtl="0" algn="ctr">
              <a:lnSpc>
                <a:spcPct val="80000"/>
              </a:lnSpc>
              <a:spcBef>
                <a:spcPts val="0"/>
              </a:spcBef>
              <a:spcAft>
                <a:spcPts val="0"/>
              </a:spcAft>
              <a:buClr>
                <a:srgbClr val="1E4E79"/>
              </a:buClr>
              <a:buSzPts val="1000"/>
              <a:buFont typeface="Arial"/>
              <a:buNone/>
            </a:pPr>
            <a:r>
              <a:rPr b="1" i="0" lang="en" sz="2400" u="none" cap="none" strike="noStrike">
                <a:solidFill>
                  <a:srgbClr val="1E4E79"/>
                </a:solidFill>
                <a:latin typeface="Comfortaa Medium"/>
                <a:ea typeface="Comfortaa Medium"/>
                <a:cs typeface="Comfortaa Medium"/>
                <a:sym typeface="Comfortaa Medium"/>
              </a:rPr>
              <a:t>Data Overview</a:t>
            </a:r>
            <a:endParaRPr b="1" i="0" sz="2400" u="none" cap="none" strike="noStrike">
              <a:solidFill>
                <a:srgbClr val="1E4E79"/>
              </a:solidFill>
              <a:latin typeface="Comfortaa Medium"/>
              <a:ea typeface="Comfortaa Medium"/>
              <a:cs typeface="Comfortaa Medium"/>
              <a:sym typeface="Comfortaa Medium"/>
            </a:endParaRPr>
          </a:p>
        </p:txBody>
      </p:sp>
      <p:sp>
        <p:nvSpPr>
          <p:cNvPr id="175" name="Google Shape;175;p4"/>
          <p:cNvSpPr txBox="1"/>
          <p:nvPr/>
        </p:nvSpPr>
        <p:spPr>
          <a:xfrm>
            <a:off x="132986" y="1652051"/>
            <a:ext cx="5712402" cy="1200288"/>
          </a:xfrm>
          <a:prstGeom prst="rect">
            <a:avLst/>
          </a:prstGeom>
          <a:noFill/>
          <a:ln>
            <a:noFill/>
          </a:ln>
        </p:spPr>
        <p:txBody>
          <a:bodyPr anchorCtr="0" anchor="t" bIns="45700" lIns="91425" spcFirstLastPara="1" rIns="91425" wrap="square" tIns="45700">
            <a:spAutoFit/>
          </a:bodyPr>
          <a:lstStyle/>
          <a:p>
            <a:pPr indent="-171450" lvl="0" marL="171450" marR="0" rtl="0" algn="l">
              <a:lnSpc>
                <a:spcPct val="150000"/>
              </a:lnSpc>
              <a:spcBef>
                <a:spcPts val="0"/>
              </a:spcBef>
              <a:spcAft>
                <a:spcPts val="0"/>
              </a:spcAft>
              <a:buClr>
                <a:srgbClr val="000000"/>
              </a:buClr>
              <a:buSzPts val="2400"/>
              <a:buFont typeface="Arial"/>
              <a:buChar char="•"/>
            </a:pPr>
            <a:r>
              <a:rPr b="0" i="0" lang="en" sz="1200" u="none" cap="none" strike="noStrike">
                <a:solidFill>
                  <a:srgbClr val="000000"/>
                </a:solidFill>
                <a:latin typeface="Comfortaa"/>
                <a:ea typeface="Comfortaa"/>
                <a:cs typeface="Comfortaa"/>
                <a:sym typeface="Comfortaa"/>
              </a:rPr>
              <a:t>2,790 unique users served by 305 gurus.</a:t>
            </a:r>
            <a:endParaRPr b="0" i="0" sz="1200" u="none" cap="none" strike="noStrike">
              <a:solidFill>
                <a:srgbClr val="000000"/>
              </a:solidFill>
              <a:latin typeface="Comfortaa"/>
              <a:ea typeface="Comfortaa"/>
              <a:cs typeface="Comfortaa"/>
              <a:sym typeface="Comfortaa"/>
            </a:endParaRPr>
          </a:p>
          <a:p>
            <a:pPr indent="-171450" lvl="0" marL="171450" marR="0" rtl="0" algn="l">
              <a:lnSpc>
                <a:spcPct val="150000"/>
              </a:lnSpc>
              <a:spcBef>
                <a:spcPts val="0"/>
              </a:spcBef>
              <a:spcAft>
                <a:spcPts val="0"/>
              </a:spcAft>
              <a:buClr>
                <a:srgbClr val="000000"/>
              </a:buClr>
              <a:buSzPts val="2400"/>
              <a:buFont typeface="Arial"/>
              <a:buChar char="•"/>
            </a:pPr>
            <a:r>
              <a:rPr b="0" i="0" lang="en" sz="1200" u="none" cap="none" strike="noStrike">
                <a:solidFill>
                  <a:srgbClr val="000000"/>
                </a:solidFill>
                <a:latin typeface="Comfortaa"/>
                <a:ea typeface="Comfortaa"/>
                <a:cs typeface="Comfortaa"/>
                <a:sym typeface="Comfortaa"/>
              </a:rPr>
              <a:t>Covers 34 days of data from India.</a:t>
            </a:r>
            <a:endParaRPr b="0" i="0" sz="1200" u="none" cap="none" strike="noStrike">
              <a:solidFill>
                <a:srgbClr val="000000"/>
              </a:solidFill>
              <a:latin typeface="Comfortaa"/>
              <a:ea typeface="Comfortaa"/>
              <a:cs typeface="Comfortaa"/>
              <a:sym typeface="Comfortaa"/>
            </a:endParaRPr>
          </a:p>
          <a:p>
            <a:pPr indent="-171450" lvl="0" marL="171450" marR="0" rtl="0" algn="l">
              <a:lnSpc>
                <a:spcPct val="150000"/>
              </a:lnSpc>
              <a:spcBef>
                <a:spcPts val="0"/>
              </a:spcBef>
              <a:spcAft>
                <a:spcPts val="0"/>
              </a:spcAft>
              <a:buClr>
                <a:srgbClr val="000000"/>
              </a:buClr>
              <a:buSzPts val="2400"/>
              <a:buFont typeface="Arial"/>
              <a:buChar char="•"/>
            </a:pPr>
            <a:r>
              <a:rPr b="0" i="0" lang="en" sz="1200" u="none" cap="none" strike="noStrike">
                <a:solidFill>
                  <a:srgbClr val="000000"/>
                </a:solidFill>
                <a:latin typeface="Comfortaa"/>
                <a:ea typeface="Comfortaa"/>
                <a:cs typeface="Comfortaa"/>
                <a:sym typeface="Comfortaa"/>
              </a:rPr>
              <a:t>8,512 total calls (41% completed, 14% failed, 10% incomplete).</a:t>
            </a:r>
            <a:endParaRPr b="0" i="0" sz="1200" u="none" cap="none" strike="noStrike">
              <a:solidFill>
                <a:srgbClr val="000000"/>
              </a:solidFill>
              <a:latin typeface="Comfortaa"/>
              <a:ea typeface="Comfortaa"/>
              <a:cs typeface="Comfortaa"/>
              <a:sym typeface="Comfortaa"/>
            </a:endParaRPr>
          </a:p>
          <a:p>
            <a:pPr indent="-171450" lvl="0" marL="171450" marR="0" rtl="0" algn="l">
              <a:lnSpc>
                <a:spcPct val="150000"/>
              </a:lnSpc>
              <a:spcBef>
                <a:spcPts val="0"/>
              </a:spcBef>
              <a:spcAft>
                <a:spcPts val="0"/>
              </a:spcAft>
              <a:buClr>
                <a:srgbClr val="000000"/>
              </a:buClr>
              <a:buSzPts val="2400"/>
              <a:buFont typeface="Arial"/>
              <a:buChar char="•"/>
            </a:pPr>
            <a:r>
              <a:rPr b="0" i="0" lang="en" sz="1200" u="none" cap="none" strike="noStrike">
                <a:solidFill>
                  <a:srgbClr val="000000"/>
                </a:solidFill>
                <a:latin typeface="Comfortaa"/>
                <a:ea typeface="Comfortaa"/>
                <a:cs typeface="Comfortaa"/>
                <a:sym typeface="Comfortaa"/>
              </a:rPr>
              <a:t>Data used to analyze customer trends and optimize operations.</a:t>
            </a:r>
            <a:endParaRPr b="0" i="0" sz="1200" u="none" cap="none" strike="noStrike">
              <a:solidFill>
                <a:srgbClr val="000000"/>
              </a:solidFill>
              <a:latin typeface="Comfortaa"/>
              <a:ea typeface="Comfortaa"/>
              <a:cs typeface="Comfortaa"/>
              <a:sym typeface="Comfortaa"/>
            </a:endParaRPr>
          </a:p>
        </p:txBody>
      </p:sp>
      <p:pic>
        <p:nvPicPr>
          <p:cNvPr descr="8,500+ Database Logo Stock Illustrations, Royalty-Free Vector Graphics &amp;  Clip Art - iStock" id="176" name="Google Shape;176;p4"/>
          <p:cNvPicPr preferRelativeResize="0"/>
          <p:nvPr/>
        </p:nvPicPr>
        <p:blipFill rotWithShape="1">
          <a:blip r:embed="rId3">
            <a:alphaModFix/>
          </a:blip>
          <a:srcRect b="0" l="0" r="0" t="0"/>
          <a:stretch/>
        </p:blipFill>
        <p:spPr>
          <a:xfrm>
            <a:off x="5792106" y="1078761"/>
            <a:ext cx="3283267" cy="3283268"/>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5"/>
          <p:cNvSpPr txBox="1"/>
          <p:nvPr/>
        </p:nvSpPr>
        <p:spPr>
          <a:xfrm>
            <a:off x="1161272" y="133235"/>
            <a:ext cx="6255527" cy="369332"/>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 sz="2400" u="none" cap="none" strike="noStrike">
                <a:solidFill>
                  <a:srgbClr val="1E4E79"/>
                </a:solidFill>
                <a:latin typeface="Comfortaa"/>
                <a:ea typeface="Comfortaa"/>
                <a:cs typeface="Comfortaa"/>
                <a:sym typeface="Comfortaa"/>
              </a:rPr>
              <a:t>Data Cleaning and Pre-processing</a:t>
            </a:r>
            <a:endParaRPr b="1" i="0" sz="2400" u="none" cap="none" strike="noStrike">
              <a:solidFill>
                <a:srgbClr val="1E4E79"/>
              </a:solidFill>
              <a:latin typeface="Comfortaa"/>
              <a:ea typeface="Comfortaa"/>
              <a:cs typeface="Comfortaa"/>
              <a:sym typeface="Comfortaa"/>
            </a:endParaRPr>
          </a:p>
        </p:txBody>
      </p:sp>
      <p:sp>
        <p:nvSpPr>
          <p:cNvPr id="182" name="Google Shape;182;p5"/>
          <p:cNvSpPr txBox="1"/>
          <p:nvPr/>
        </p:nvSpPr>
        <p:spPr>
          <a:xfrm>
            <a:off x="123755" y="1062662"/>
            <a:ext cx="5097000" cy="3509337"/>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400"/>
              <a:buFont typeface="Arial"/>
              <a:buNone/>
            </a:pPr>
            <a:r>
              <a:t/>
            </a:r>
            <a:endParaRPr b="1" i="0" sz="1400" u="none" cap="none" strike="noStrike">
              <a:solidFill>
                <a:schemeClr val="dk1"/>
              </a:solidFill>
              <a:latin typeface="Comfortaa"/>
              <a:ea typeface="Comfortaa"/>
              <a:cs typeface="Comfortaa"/>
              <a:sym typeface="Comfortaa"/>
            </a:endParaRPr>
          </a:p>
          <a:p>
            <a:pPr indent="-304800" lvl="0" marL="457200" marR="0" rtl="0" algn="l">
              <a:lnSpc>
                <a:spcPct val="100000"/>
              </a:lnSpc>
              <a:spcBef>
                <a:spcPts val="0"/>
              </a:spcBef>
              <a:spcAft>
                <a:spcPts val="0"/>
              </a:spcAft>
              <a:buClr>
                <a:schemeClr val="dk1"/>
              </a:buClr>
              <a:buSzPts val="1200"/>
              <a:buFont typeface="Comfortaa"/>
              <a:buChar char="●"/>
            </a:pPr>
            <a:r>
              <a:rPr b="0" i="0" lang="en" sz="1200" u="none" cap="none" strike="noStrike">
                <a:solidFill>
                  <a:schemeClr val="dk1"/>
                </a:solidFill>
                <a:latin typeface="Comfortaa"/>
                <a:ea typeface="Comfortaa"/>
                <a:cs typeface="Comfortaa"/>
                <a:sym typeface="Comfortaa"/>
              </a:rPr>
              <a:t>Handle missing values and blank data cells across the dataset. </a:t>
            </a:r>
            <a:endParaRPr b="0" i="0" sz="1200" u="none" cap="none" strike="noStrike">
              <a:solidFill>
                <a:schemeClr val="dk1"/>
              </a:solidFill>
              <a:latin typeface="Comfortaa"/>
              <a:ea typeface="Comfortaa"/>
              <a:cs typeface="Comfortaa"/>
              <a:sym typeface="Comfortaa"/>
            </a:endParaRPr>
          </a:p>
          <a:p>
            <a:pPr indent="0" lvl="0" marL="152400" marR="0" rtl="0" algn="l">
              <a:lnSpc>
                <a:spcPct val="100000"/>
              </a:lnSpc>
              <a:spcBef>
                <a:spcPts val="0"/>
              </a:spcBef>
              <a:spcAft>
                <a:spcPts val="0"/>
              </a:spcAft>
              <a:buNone/>
            </a:pPr>
            <a:r>
              <a:t/>
            </a:r>
            <a:endParaRPr b="0" i="0" sz="1200" u="none" cap="none" strike="noStrike">
              <a:solidFill>
                <a:schemeClr val="dk1"/>
              </a:solidFill>
              <a:latin typeface="Comfortaa"/>
              <a:ea typeface="Comfortaa"/>
              <a:cs typeface="Comfortaa"/>
              <a:sym typeface="Comfortaa"/>
            </a:endParaRPr>
          </a:p>
          <a:p>
            <a:pPr indent="-304800" lvl="0" marL="457200" marR="0" rtl="0" algn="l">
              <a:lnSpc>
                <a:spcPct val="100000"/>
              </a:lnSpc>
              <a:spcBef>
                <a:spcPts val="0"/>
              </a:spcBef>
              <a:spcAft>
                <a:spcPts val="0"/>
              </a:spcAft>
              <a:buClr>
                <a:schemeClr val="dk1"/>
              </a:buClr>
              <a:buSzPts val="1200"/>
              <a:buFont typeface="Comfortaa"/>
              <a:buChar char="●"/>
            </a:pPr>
            <a:r>
              <a:rPr b="0" i="0" lang="en" sz="1200" u="none" cap="none" strike="noStrike">
                <a:solidFill>
                  <a:schemeClr val="dk1"/>
                </a:solidFill>
                <a:latin typeface="Comfortaa"/>
                <a:ea typeface="Comfortaa"/>
                <a:cs typeface="Comfortaa"/>
                <a:sym typeface="Comfortaa"/>
              </a:rPr>
              <a:t>Normalized date values in day, month and year for daily, monthly and yearly reports.</a:t>
            </a:r>
            <a:endParaRPr/>
          </a:p>
          <a:p>
            <a:pPr indent="0" lvl="0" marL="152400" marR="0" rtl="0" algn="l">
              <a:lnSpc>
                <a:spcPct val="100000"/>
              </a:lnSpc>
              <a:spcBef>
                <a:spcPts val="0"/>
              </a:spcBef>
              <a:spcAft>
                <a:spcPts val="0"/>
              </a:spcAft>
              <a:buNone/>
            </a:pPr>
            <a:r>
              <a:t/>
            </a:r>
            <a:endParaRPr b="0" i="0" sz="1200" u="none" cap="none" strike="noStrike">
              <a:solidFill>
                <a:schemeClr val="dk1"/>
              </a:solidFill>
              <a:latin typeface="Comfortaa"/>
              <a:ea typeface="Comfortaa"/>
              <a:cs typeface="Comfortaa"/>
              <a:sym typeface="Comfortaa"/>
            </a:endParaRPr>
          </a:p>
          <a:p>
            <a:pPr indent="-304800" lvl="0" marL="457200" marR="0" rtl="0" algn="l">
              <a:lnSpc>
                <a:spcPct val="100000"/>
              </a:lnSpc>
              <a:spcBef>
                <a:spcPts val="0"/>
              </a:spcBef>
              <a:spcAft>
                <a:spcPts val="0"/>
              </a:spcAft>
              <a:buClr>
                <a:schemeClr val="dk1"/>
              </a:buClr>
              <a:buSzPts val="1200"/>
              <a:buFont typeface="Comfortaa"/>
              <a:buChar char="●"/>
            </a:pPr>
            <a:r>
              <a:rPr b="0" i="0" lang="en" sz="1200" u="none" cap="none" strike="noStrike">
                <a:solidFill>
                  <a:schemeClr val="dk1"/>
                </a:solidFill>
                <a:latin typeface="Comfortaa"/>
                <a:ea typeface="Comfortaa"/>
                <a:cs typeface="Comfortaa"/>
                <a:sym typeface="Comfortaa"/>
              </a:rPr>
              <a:t>This dataset allows for an in- depth understanding of AstroSage market presence and operational scope.</a:t>
            </a:r>
            <a:endParaRPr/>
          </a:p>
          <a:p>
            <a:pPr indent="0" lvl="0" marL="152400" marR="0" rtl="0" algn="l">
              <a:lnSpc>
                <a:spcPct val="100000"/>
              </a:lnSpc>
              <a:spcBef>
                <a:spcPts val="0"/>
              </a:spcBef>
              <a:spcAft>
                <a:spcPts val="0"/>
              </a:spcAft>
              <a:buNone/>
            </a:pPr>
            <a:r>
              <a:t/>
            </a:r>
            <a:endParaRPr b="0" i="0" sz="1200" u="none" cap="none" strike="noStrike">
              <a:solidFill>
                <a:schemeClr val="dk1"/>
              </a:solidFill>
              <a:latin typeface="Comfortaa"/>
              <a:ea typeface="Comfortaa"/>
              <a:cs typeface="Comfortaa"/>
              <a:sym typeface="Comfortaa"/>
            </a:endParaRPr>
          </a:p>
          <a:p>
            <a:pPr indent="-304800" lvl="0" marL="457200" marR="0" rtl="0" algn="l">
              <a:lnSpc>
                <a:spcPct val="100000"/>
              </a:lnSpc>
              <a:spcBef>
                <a:spcPts val="0"/>
              </a:spcBef>
              <a:spcAft>
                <a:spcPts val="0"/>
              </a:spcAft>
              <a:buClr>
                <a:schemeClr val="dk1"/>
              </a:buClr>
              <a:buSzPts val="1200"/>
              <a:buFont typeface="Comfortaa"/>
              <a:buChar char="●"/>
            </a:pPr>
            <a:r>
              <a:rPr b="0" i="0" lang="en" sz="1200" u="none" cap="none" strike="noStrike">
                <a:solidFill>
                  <a:schemeClr val="dk1"/>
                </a:solidFill>
                <a:latin typeface="Comfortaa"/>
                <a:ea typeface="Comfortaa"/>
                <a:cs typeface="Comfortaa"/>
                <a:sym typeface="Comfortaa"/>
              </a:rPr>
              <a:t>A good dataset is important to understand the operational cost , customer satisfaction and trend in the sales of call center.</a:t>
            </a:r>
            <a:endParaRPr/>
          </a:p>
          <a:p>
            <a:pPr indent="0" lvl="0" marL="152400" marR="0" rtl="0" algn="l">
              <a:lnSpc>
                <a:spcPct val="100000"/>
              </a:lnSpc>
              <a:spcBef>
                <a:spcPts val="0"/>
              </a:spcBef>
              <a:spcAft>
                <a:spcPts val="0"/>
              </a:spcAft>
              <a:buNone/>
            </a:pPr>
            <a:r>
              <a:t/>
            </a:r>
            <a:endParaRPr b="0" i="0" sz="1200" u="none" cap="none" strike="noStrike">
              <a:solidFill>
                <a:schemeClr val="dk1"/>
              </a:solidFill>
              <a:latin typeface="Comfortaa"/>
              <a:ea typeface="Comfortaa"/>
              <a:cs typeface="Comfortaa"/>
              <a:sym typeface="Comfortaa"/>
            </a:endParaRPr>
          </a:p>
          <a:p>
            <a:pPr indent="-304800" lvl="0" marL="457200" marR="0" rtl="0" algn="l">
              <a:lnSpc>
                <a:spcPct val="100000"/>
              </a:lnSpc>
              <a:spcBef>
                <a:spcPts val="0"/>
              </a:spcBef>
              <a:spcAft>
                <a:spcPts val="0"/>
              </a:spcAft>
              <a:buClr>
                <a:schemeClr val="dk1"/>
              </a:buClr>
              <a:buSzPts val="1200"/>
              <a:buFont typeface="Comfortaa"/>
              <a:buChar char="●"/>
            </a:pPr>
            <a:r>
              <a:rPr b="0" i="0" lang="en" sz="1200" u="none" cap="none" strike="noStrike">
                <a:solidFill>
                  <a:schemeClr val="dk1"/>
                </a:solidFill>
                <a:latin typeface="Comfortaa"/>
                <a:ea typeface="Comfortaa"/>
                <a:cs typeface="Comfortaa"/>
                <a:sym typeface="Comfortaa"/>
              </a:rPr>
              <a:t>This dataset enable us to predict and suggest future investments to grow the sales Turnover.</a:t>
            </a:r>
            <a:endParaRPr b="0" i="0" sz="1200" u="none" cap="none" strike="noStrike">
              <a:solidFill>
                <a:schemeClr val="dk1"/>
              </a:solidFill>
              <a:latin typeface="Comfortaa"/>
              <a:ea typeface="Comfortaa"/>
              <a:cs typeface="Comfortaa"/>
              <a:sym typeface="Comfortaa"/>
            </a:endParaRPr>
          </a:p>
          <a:p>
            <a:pPr indent="0" lvl="0" marL="45720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a:ea typeface="Comfortaa"/>
              <a:cs typeface="Comfortaa"/>
              <a:sym typeface="Comfortaa"/>
            </a:endParaRPr>
          </a:p>
        </p:txBody>
      </p:sp>
      <p:pic>
        <p:nvPicPr>
          <p:cNvPr descr="Data cleaning - Free electronics icons" id="183" name="Google Shape;183;p5"/>
          <p:cNvPicPr preferRelativeResize="0"/>
          <p:nvPr/>
        </p:nvPicPr>
        <p:blipFill rotWithShape="1">
          <a:blip r:embed="rId3">
            <a:alphaModFix/>
          </a:blip>
          <a:srcRect b="0" l="0" r="0" t="0"/>
          <a:stretch/>
        </p:blipFill>
        <p:spPr>
          <a:xfrm>
            <a:off x="6021282" y="1246082"/>
            <a:ext cx="2438400" cy="24384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descr="Space to add the employee's name" id="188" name="Google Shape;188;p6"/>
          <p:cNvSpPr txBox="1"/>
          <p:nvPr>
            <p:ph type="title"/>
          </p:nvPr>
        </p:nvSpPr>
        <p:spPr>
          <a:xfrm>
            <a:off x="0" y="1524000"/>
            <a:ext cx="5386800" cy="3286200"/>
          </a:xfrm>
          <a:prstGeom prst="rect">
            <a:avLst/>
          </a:prstGeom>
          <a:noFill/>
          <a:ln>
            <a:noFill/>
          </a:ln>
        </p:spPr>
        <p:txBody>
          <a:bodyPr anchorCtr="0" anchor="t" bIns="0" lIns="0" spcFirstLastPara="1" rIns="91425" wrap="square" tIns="0">
            <a:noAutofit/>
          </a:bodyPr>
          <a:lstStyle/>
          <a:p>
            <a:pPr indent="-304800" lvl="0" marL="457200" rtl="0" algn="l">
              <a:lnSpc>
                <a:spcPct val="100000"/>
              </a:lnSpc>
              <a:spcBef>
                <a:spcPts val="0"/>
              </a:spcBef>
              <a:spcAft>
                <a:spcPts val="0"/>
              </a:spcAft>
              <a:buClr>
                <a:schemeClr val="dk1"/>
              </a:buClr>
              <a:buSzPts val="1200"/>
              <a:buFont typeface="Arial"/>
              <a:buChar char="•"/>
            </a:pPr>
            <a:r>
              <a:rPr b="0" lang="en" sz="1200">
                <a:latin typeface="Comfortaa"/>
                <a:ea typeface="Comfortaa"/>
                <a:cs typeface="Comfortaa"/>
                <a:sym typeface="Comfortaa"/>
              </a:rPr>
              <a:t>Data Cleaning - Used spreadsheets functions like trim and Removing duplicates for data cleaning.</a:t>
            </a:r>
            <a:endParaRPr b="0" sz="1200">
              <a:latin typeface="Comfortaa"/>
              <a:ea typeface="Comfortaa"/>
              <a:cs typeface="Comfortaa"/>
              <a:sym typeface="Comfortaa"/>
            </a:endParaRPr>
          </a:p>
          <a:p>
            <a:pPr indent="0" lvl="0" marL="628650" rtl="0" algn="l">
              <a:lnSpc>
                <a:spcPct val="100000"/>
              </a:lnSpc>
              <a:spcBef>
                <a:spcPts val="0"/>
              </a:spcBef>
              <a:spcAft>
                <a:spcPts val="0"/>
              </a:spcAft>
              <a:buClr>
                <a:schemeClr val="dk1"/>
              </a:buClr>
              <a:buSzPts val="3600"/>
              <a:buFont typeface="Arial"/>
              <a:buNone/>
            </a:pPr>
            <a:r>
              <a:t/>
            </a:r>
            <a:endParaRPr b="0" sz="1200">
              <a:latin typeface="Comfortaa"/>
              <a:ea typeface="Comfortaa"/>
              <a:cs typeface="Comfortaa"/>
              <a:sym typeface="Comfortaa"/>
            </a:endParaRPr>
          </a:p>
          <a:p>
            <a:pPr indent="-304800" lvl="0" marL="457200" rtl="0" algn="l">
              <a:lnSpc>
                <a:spcPct val="100000"/>
              </a:lnSpc>
              <a:spcBef>
                <a:spcPts val="0"/>
              </a:spcBef>
              <a:spcAft>
                <a:spcPts val="0"/>
              </a:spcAft>
              <a:buClr>
                <a:schemeClr val="dk1"/>
              </a:buClr>
              <a:buSzPts val="1200"/>
              <a:buFont typeface="Arial"/>
              <a:buChar char="•"/>
            </a:pPr>
            <a:r>
              <a:rPr b="0" lang="en" sz="1200">
                <a:latin typeface="Comfortaa"/>
                <a:ea typeface="Comfortaa"/>
                <a:cs typeface="Comfortaa"/>
                <a:sym typeface="Comfortaa"/>
              </a:rPr>
              <a:t>Data Enrichment - Added new variables using Date functions for better analysis .</a:t>
            </a:r>
            <a:endParaRPr b="0" sz="1200">
              <a:latin typeface="Comfortaa"/>
              <a:ea typeface="Comfortaa"/>
              <a:cs typeface="Comfortaa"/>
              <a:sym typeface="Comfortaa"/>
            </a:endParaRPr>
          </a:p>
          <a:p>
            <a:pPr indent="0" lvl="0" marL="628650" rtl="0" algn="l">
              <a:lnSpc>
                <a:spcPct val="100000"/>
              </a:lnSpc>
              <a:spcBef>
                <a:spcPts val="0"/>
              </a:spcBef>
              <a:spcAft>
                <a:spcPts val="0"/>
              </a:spcAft>
              <a:buClr>
                <a:schemeClr val="dk1"/>
              </a:buClr>
              <a:buSzPts val="3600"/>
              <a:buFont typeface="Arial"/>
              <a:buNone/>
            </a:pPr>
            <a:r>
              <a:t/>
            </a:r>
            <a:endParaRPr b="0" sz="1200">
              <a:latin typeface="Comfortaa"/>
              <a:ea typeface="Comfortaa"/>
              <a:cs typeface="Comfortaa"/>
              <a:sym typeface="Comfortaa"/>
            </a:endParaRPr>
          </a:p>
          <a:p>
            <a:pPr indent="-304800" lvl="0" marL="457200" rtl="0" algn="l">
              <a:lnSpc>
                <a:spcPct val="100000"/>
              </a:lnSpc>
              <a:spcBef>
                <a:spcPts val="0"/>
              </a:spcBef>
              <a:spcAft>
                <a:spcPts val="0"/>
              </a:spcAft>
              <a:buClr>
                <a:schemeClr val="dk1"/>
              </a:buClr>
              <a:buSzPts val="1200"/>
              <a:buFont typeface="Arial"/>
              <a:buChar char="•"/>
            </a:pPr>
            <a:r>
              <a:rPr b="0" lang="en" sz="1200">
                <a:latin typeface="Comfortaa"/>
                <a:ea typeface="Comfortaa"/>
                <a:cs typeface="Comfortaa"/>
                <a:sym typeface="Comfortaa"/>
              </a:rPr>
              <a:t>Customer Segmentation - Used Sorting and Filtering to classify customers based on consultation type and summarizing key metrics and Identifying connection patterns across different metrics and product categories.</a:t>
            </a:r>
            <a:endParaRPr b="0" sz="1200">
              <a:latin typeface="Comfortaa"/>
              <a:ea typeface="Comfortaa"/>
              <a:cs typeface="Comfortaa"/>
              <a:sym typeface="Comfortaa"/>
            </a:endParaRPr>
          </a:p>
          <a:p>
            <a:pPr indent="0" lvl="0" marL="457200" rtl="0" algn="l">
              <a:lnSpc>
                <a:spcPct val="100000"/>
              </a:lnSpc>
              <a:spcBef>
                <a:spcPts val="0"/>
              </a:spcBef>
              <a:spcAft>
                <a:spcPts val="0"/>
              </a:spcAft>
              <a:buClr>
                <a:schemeClr val="dk1"/>
              </a:buClr>
              <a:buSzPts val="3600"/>
              <a:buNone/>
            </a:pPr>
            <a:r>
              <a:t/>
            </a:r>
            <a:endParaRPr b="0" sz="1200">
              <a:latin typeface="Comfortaa"/>
              <a:ea typeface="Comfortaa"/>
              <a:cs typeface="Comfortaa"/>
              <a:sym typeface="Comfortaa"/>
            </a:endParaRPr>
          </a:p>
          <a:p>
            <a:pPr indent="-304800" lvl="0" marL="457200" rtl="0" algn="l">
              <a:lnSpc>
                <a:spcPct val="100000"/>
              </a:lnSpc>
              <a:spcBef>
                <a:spcPts val="0"/>
              </a:spcBef>
              <a:spcAft>
                <a:spcPts val="0"/>
              </a:spcAft>
              <a:buClr>
                <a:schemeClr val="dk1"/>
              </a:buClr>
              <a:buSzPts val="1200"/>
              <a:buFont typeface="Arial"/>
              <a:buChar char="•"/>
            </a:pPr>
            <a:r>
              <a:rPr b="0" lang="en" sz="1200">
                <a:latin typeface="Comfortaa"/>
                <a:ea typeface="Comfortaa"/>
                <a:cs typeface="Comfortaa"/>
                <a:sym typeface="Comfortaa"/>
              </a:rPr>
              <a:t>Visualization -:Created interactive dashboard using different charts for detailed view of dataset.</a:t>
            </a:r>
            <a:endParaRPr b="0" sz="1200">
              <a:latin typeface="Comfortaa"/>
              <a:ea typeface="Comfortaa"/>
              <a:cs typeface="Comfortaa"/>
              <a:sym typeface="Comfortaa"/>
            </a:endParaRPr>
          </a:p>
          <a:p>
            <a:pPr indent="0" lvl="0" marL="171450" rtl="0" algn="l">
              <a:lnSpc>
                <a:spcPct val="100000"/>
              </a:lnSpc>
              <a:spcBef>
                <a:spcPts val="0"/>
              </a:spcBef>
              <a:spcAft>
                <a:spcPts val="0"/>
              </a:spcAft>
              <a:buClr>
                <a:schemeClr val="dk1"/>
              </a:buClr>
              <a:buSzPts val="3600"/>
              <a:buFont typeface="Arial"/>
              <a:buNone/>
            </a:pPr>
            <a:r>
              <a:t/>
            </a:r>
            <a:endParaRPr b="0" sz="1200">
              <a:latin typeface="Comfortaa"/>
              <a:ea typeface="Comfortaa"/>
              <a:cs typeface="Comfortaa"/>
              <a:sym typeface="Comfortaa"/>
            </a:endParaRPr>
          </a:p>
        </p:txBody>
      </p:sp>
      <p:sp>
        <p:nvSpPr>
          <p:cNvPr descr="Slide theme title" id="189" name="Google Shape;189;p6"/>
          <p:cNvSpPr txBox="1"/>
          <p:nvPr>
            <p:ph idx="2" type="title"/>
          </p:nvPr>
        </p:nvSpPr>
        <p:spPr>
          <a:xfrm>
            <a:off x="304800" y="196427"/>
            <a:ext cx="8669867" cy="731948"/>
          </a:xfrm>
          <a:prstGeom prst="rect">
            <a:avLst/>
          </a:prstGeom>
          <a:noFill/>
          <a:ln>
            <a:noFill/>
          </a:ln>
        </p:spPr>
        <p:txBody>
          <a:bodyPr anchorCtr="0" anchor="t" bIns="0" lIns="0" spcFirstLastPara="1" rIns="91425" wrap="square" tIns="0">
            <a:noAutofit/>
          </a:bodyPr>
          <a:lstStyle/>
          <a:p>
            <a:pPr indent="0" lvl="0" marL="0" rtl="0" algn="ctr">
              <a:lnSpc>
                <a:spcPct val="80000"/>
              </a:lnSpc>
              <a:spcBef>
                <a:spcPts val="0"/>
              </a:spcBef>
              <a:spcAft>
                <a:spcPts val="0"/>
              </a:spcAft>
              <a:buSzPts val="3200"/>
              <a:buFont typeface="Comfortaa"/>
              <a:buNone/>
            </a:pPr>
            <a:r>
              <a:rPr b="1" lang="en">
                <a:solidFill>
                  <a:srgbClr val="1E4E79"/>
                </a:solidFill>
                <a:latin typeface="Comfortaa"/>
                <a:ea typeface="Comfortaa"/>
                <a:cs typeface="Comfortaa"/>
                <a:sym typeface="Comfortaa"/>
              </a:rPr>
              <a:t>Analytical Approach </a:t>
            </a:r>
            <a:endParaRPr b="1" sz="3600">
              <a:solidFill>
                <a:srgbClr val="1E4E79"/>
              </a:solidFill>
              <a:latin typeface="Comfortaa"/>
              <a:ea typeface="Comfortaa"/>
              <a:cs typeface="Comfortaa"/>
              <a:sym typeface="Comfortaa"/>
            </a:endParaRPr>
          </a:p>
        </p:txBody>
      </p:sp>
      <p:pic>
        <p:nvPicPr>
          <p:cNvPr descr="11+ Thousand Data Flow Logo Royalty-Free Images, Stock Photos &amp; Pictures |  Shutterstock" id="190" name="Google Shape;190;p6"/>
          <p:cNvPicPr preferRelativeResize="0"/>
          <p:nvPr/>
        </p:nvPicPr>
        <p:blipFill rotWithShape="1">
          <a:blip r:embed="rId3">
            <a:alphaModFix/>
          </a:blip>
          <a:srcRect b="0" l="0" r="0" t="0"/>
          <a:stretch/>
        </p:blipFill>
        <p:spPr>
          <a:xfrm>
            <a:off x="5685673" y="928375"/>
            <a:ext cx="3181774" cy="318177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7"/>
          <p:cNvSpPr txBox="1"/>
          <p:nvPr/>
        </p:nvSpPr>
        <p:spPr>
          <a:xfrm>
            <a:off x="34275" y="79200"/>
            <a:ext cx="9072300" cy="413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1" i="0" lang="en" sz="2400" u="none" cap="none" strike="noStrike">
                <a:solidFill>
                  <a:srgbClr val="1E4E79"/>
                </a:solidFill>
                <a:latin typeface="Comfortaa"/>
                <a:ea typeface="Comfortaa"/>
                <a:cs typeface="Comfortaa"/>
                <a:sym typeface="Comfortaa"/>
              </a:rPr>
              <a:t>Day Wise Change in Call Volume</a:t>
            </a:r>
            <a:endParaRPr b="1" i="0" sz="2400" u="none" cap="none" strike="noStrike">
              <a:solidFill>
                <a:srgbClr val="1E4E79"/>
              </a:solidFill>
              <a:latin typeface="Comfortaa"/>
              <a:ea typeface="Comfortaa"/>
              <a:cs typeface="Comfortaa"/>
              <a:sym typeface="Comfortaa"/>
            </a:endParaRPr>
          </a:p>
        </p:txBody>
      </p:sp>
      <p:pic>
        <p:nvPicPr>
          <p:cNvPr id="196" name="Google Shape;196;p7"/>
          <p:cNvPicPr preferRelativeResize="0"/>
          <p:nvPr/>
        </p:nvPicPr>
        <p:blipFill rotWithShape="1">
          <a:blip r:embed="rId3">
            <a:alphaModFix/>
          </a:blip>
          <a:srcRect b="1574" l="829" r="976" t="890"/>
          <a:stretch/>
        </p:blipFill>
        <p:spPr>
          <a:xfrm>
            <a:off x="3552345" y="743361"/>
            <a:ext cx="5499557" cy="3078699"/>
          </a:xfrm>
          <a:prstGeom prst="rect">
            <a:avLst/>
          </a:prstGeom>
          <a:noFill/>
          <a:ln>
            <a:noFill/>
          </a:ln>
        </p:spPr>
      </p:pic>
      <p:sp>
        <p:nvSpPr>
          <p:cNvPr id="197" name="Google Shape;197;p7"/>
          <p:cNvSpPr txBox="1"/>
          <p:nvPr/>
        </p:nvSpPr>
        <p:spPr>
          <a:xfrm>
            <a:off x="299850" y="723200"/>
            <a:ext cx="3042600" cy="3633600"/>
          </a:xfrm>
          <a:prstGeom prst="rect">
            <a:avLst/>
          </a:prstGeom>
          <a:noFill/>
          <a:ln>
            <a:noFill/>
          </a:ln>
        </p:spPr>
        <p:txBody>
          <a:bodyPr anchorCtr="0" anchor="t" bIns="91425" lIns="91425" spcFirstLastPara="1" rIns="91425" wrap="square" tIns="91425">
            <a:noAutofit/>
          </a:bodyPr>
          <a:lstStyle/>
          <a:p>
            <a:pPr indent="-304800" lvl="0" marL="457200" marR="0" rtl="0" algn="l">
              <a:lnSpc>
                <a:spcPct val="115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Medium"/>
                <a:ea typeface="Comfortaa Medium"/>
                <a:cs typeface="Comfortaa Medium"/>
                <a:sym typeface="Comfortaa Medium"/>
              </a:rPr>
              <a:t>The column chart shows the Day-wise call distribution.</a:t>
            </a:r>
            <a:endParaRPr b="0" i="0" sz="1200" u="none" cap="none" strike="noStrike">
              <a:solidFill>
                <a:schemeClr val="dk1"/>
              </a:solidFill>
              <a:latin typeface="Comfortaa Medium"/>
              <a:ea typeface="Comfortaa Medium"/>
              <a:cs typeface="Comfortaa Medium"/>
              <a:sym typeface="Comfortaa Medium"/>
            </a:endParaRPr>
          </a:p>
          <a:p>
            <a:pPr indent="-95250" lvl="0" marL="628650" marR="0" rtl="0" algn="l">
              <a:lnSpc>
                <a:spcPct val="115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304800" lvl="0" marL="457200" marR="0" rtl="0" algn="l">
              <a:lnSpc>
                <a:spcPct val="115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Medium"/>
                <a:ea typeface="Comfortaa Medium"/>
                <a:cs typeface="Comfortaa Medium"/>
                <a:sym typeface="Comfortaa Medium"/>
              </a:rPr>
              <a:t>430 calls is the maximum amount of call received on a single day.</a:t>
            </a:r>
            <a:endParaRPr b="0" i="0" sz="1200" u="none" cap="none" strike="noStrike">
              <a:solidFill>
                <a:schemeClr val="dk1"/>
              </a:solidFill>
              <a:latin typeface="Comfortaa Medium"/>
              <a:ea typeface="Comfortaa Medium"/>
              <a:cs typeface="Comfortaa Medium"/>
              <a:sym typeface="Comfortaa Medium"/>
            </a:endParaRPr>
          </a:p>
          <a:p>
            <a:pPr indent="-95250" lvl="0" marL="628650" marR="0" rtl="0" algn="l">
              <a:lnSpc>
                <a:spcPct val="115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304800" lvl="0" marL="457200" marR="0" rtl="0" algn="l">
              <a:lnSpc>
                <a:spcPct val="115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Medium"/>
                <a:ea typeface="Comfortaa Medium"/>
                <a:cs typeface="Comfortaa Medium"/>
                <a:sym typeface="Comfortaa Medium"/>
              </a:rPr>
              <a:t>On an average the call center receives around 250 calls on a daily basis.</a:t>
            </a:r>
            <a:endParaRPr b="0" i="0" sz="1200" u="none" cap="none" strike="noStrike">
              <a:solidFill>
                <a:schemeClr val="dk1"/>
              </a:solidFill>
              <a:latin typeface="Comfortaa Medium"/>
              <a:ea typeface="Comfortaa Medium"/>
              <a:cs typeface="Comfortaa Medium"/>
              <a:sym typeface="Comfortaa Medium"/>
            </a:endParaRPr>
          </a:p>
          <a:p>
            <a:pPr indent="-95250" lvl="0" marL="628650" marR="0" rtl="0" algn="l">
              <a:lnSpc>
                <a:spcPct val="115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304800" lvl="0" marL="457200" marR="0" rtl="0" algn="l">
              <a:lnSpc>
                <a:spcPct val="115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Medium"/>
                <a:ea typeface="Comfortaa Medium"/>
                <a:cs typeface="Comfortaa Medium"/>
                <a:sym typeface="Comfortaa Medium"/>
              </a:rPr>
              <a:t>It also shows the change in call volume day by day.</a:t>
            </a:r>
            <a:endParaRPr b="0" i="0" sz="1200" u="none" cap="none" strike="noStrike">
              <a:solidFill>
                <a:schemeClr val="dk1"/>
              </a:solidFill>
              <a:latin typeface="Comfortaa Medium"/>
              <a:ea typeface="Comfortaa Medium"/>
              <a:cs typeface="Comfortaa Medium"/>
              <a:sym typeface="Comfortaa Medium"/>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8"/>
          <p:cNvSpPr txBox="1"/>
          <p:nvPr/>
        </p:nvSpPr>
        <p:spPr>
          <a:xfrm>
            <a:off x="34275" y="79200"/>
            <a:ext cx="9072300" cy="413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1" i="0" lang="en" sz="2400" u="none" cap="none" strike="noStrike">
                <a:solidFill>
                  <a:srgbClr val="1E4E79"/>
                </a:solidFill>
                <a:latin typeface="Comfortaa"/>
                <a:ea typeface="Comfortaa"/>
                <a:cs typeface="Comfortaa"/>
                <a:sym typeface="Comfortaa"/>
              </a:rPr>
              <a:t>Revenue Generated By Each Category</a:t>
            </a:r>
            <a:endParaRPr b="1" i="0" sz="2400" u="none" cap="none" strike="noStrike">
              <a:solidFill>
                <a:srgbClr val="1E4E79"/>
              </a:solidFill>
              <a:latin typeface="Comfortaa"/>
              <a:ea typeface="Comfortaa"/>
              <a:cs typeface="Comfortaa"/>
              <a:sym typeface="Comfortaa"/>
            </a:endParaRPr>
          </a:p>
        </p:txBody>
      </p:sp>
      <p:sp>
        <p:nvSpPr>
          <p:cNvPr id="203" name="Google Shape;203;p8"/>
          <p:cNvSpPr txBox="1"/>
          <p:nvPr/>
        </p:nvSpPr>
        <p:spPr>
          <a:xfrm>
            <a:off x="4572000" y="987775"/>
            <a:ext cx="4331700" cy="2585293"/>
          </a:xfrm>
          <a:prstGeom prst="rect">
            <a:avLst/>
          </a:prstGeom>
          <a:noFill/>
          <a:ln>
            <a:noFill/>
          </a:ln>
        </p:spPr>
        <p:txBody>
          <a:bodyPr anchorCtr="0" anchor="t" bIns="91425" lIns="91425" spcFirstLastPara="1" rIns="91425" wrap="square" tIns="91425">
            <a:spAutoFit/>
          </a:bodyPr>
          <a:lstStyle/>
          <a:p>
            <a:pPr indent="-323850" lvl="0" marL="457200" marR="0" rtl="0" algn="l">
              <a:lnSpc>
                <a:spcPct val="100000"/>
              </a:lnSpc>
              <a:spcBef>
                <a:spcPts val="0"/>
              </a:spcBef>
              <a:spcAft>
                <a:spcPts val="0"/>
              </a:spcAft>
              <a:buClr>
                <a:schemeClr val="dk1"/>
              </a:buClr>
              <a:buSzPts val="1500"/>
              <a:buFont typeface="Arial"/>
              <a:buChar char="•"/>
            </a:pPr>
            <a:r>
              <a:rPr b="0" i="0" lang="en" sz="1200" u="none" cap="none" strike="noStrike">
                <a:solidFill>
                  <a:schemeClr val="dk1"/>
                </a:solidFill>
                <a:latin typeface="Comfortaa"/>
                <a:ea typeface="Comfortaa"/>
                <a:cs typeface="Comfortaa"/>
                <a:sym typeface="Comfortaa"/>
              </a:rPr>
              <a:t>Product-wise revenue Pie Chart , presents a detailed insight about the revenue generated by different consultation-types as per the percentage of total revenue.</a:t>
            </a:r>
            <a:endParaRPr b="0" i="0" sz="1200" u="none" cap="none" strike="noStrike">
              <a:solidFill>
                <a:schemeClr val="dk1"/>
              </a:solidFill>
              <a:latin typeface="Comfortaa"/>
              <a:ea typeface="Comfortaa"/>
              <a:cs typeface="Comfortaa"/>
              <a:sym typeface="Comfortaa"/>
            </a:endParaRPr>
          </a:p>
          <a:p>
            <a:pPr indent="-209550" lvl="0" marL="7429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a:ea typeface="Comfortaa"/>
              <a:cs typeface="Comfortaa"/>
              <a:sym typeface="Comfortaa"/>
            </a:endParaRPr>
          </a:p>
          <a:p>
            <a:pPr indent="-323850" lvl="0" marL="457200" marR="0" rtl="0" algn="l">
              <a:lnSpc>
                <a:spcPct val="100000"/>
              </a:lnSpc>
              <a:spcBef>
                <a:spcPts val="0"/>
              </a:spcBef>
              <a:spcAft>
                <a:spcPts val="0"/>
              </a:spcAft>
              <a:buClr>
                <a:schemeClr val="dk1"/>
              </a:buClr>
              <a:buSzPts val="1500"/>
              <a:buFont typeface="Arial"/>
              <a:buChar char="•"/>
            </a:pPr>
            <a:r>
              <a:rPr b="0" i="0" lang="en" sz="1200" u="none" cap="none" strike="noStrike">
                <a:solidFill>
                  <a:schemeClr val="dk1"/>
                </a:solidFill>
                <a:latin typeface="Comfortaa"/>
                <a:ea typeface="Comfortaa"/>
                <a:cs typeface="Comfortaa"/>
                <a:sym typeface="Comfortaa"/>
              </a:rPr>
              <a:t>The majority of sales occur through call segments, with a smaller share coming from chat interactions.</a:t>
            </a:r>
            <a:endParaRPr b="0" i="0" sz="1200" u="none" cap="none" strike="noStrike">
              <a:solidFill>
                <a:schemeClr val="dk1"/>
              </a:solidFill>
              <a:latin typeface="Comfortaa"/>
              <a:ea typeface="Comfortaa"/>
              <a:cs typeface="Comfortaa"/>
              <a:sym typeface="Comfortaa"/>
            </a:endParaRPr>
          </a:p>
          <a:p>
            <a:pPr indent="0" lvl="0" marL="457200" marR="0" rtl="0" algn="l">
              <a:lnSpc>
                <a:spcPct val="100000"/>
              </a:lnSpc>
              <a:spcBef>
                <a:spcPts val="0"/>
              </a:spcBef>
              <a:spcAft>
                <a:spcPts val="0"/>
              </a:spcAft>
              <a:buNone/>
            </a:pPr>
            <a:r>
              <a:t/>
            </a:r>
            <a:endParaRPr b="0" i="0" sz="1200" u="none" cap="none" strike="noStrike">
              <a:solidFill>
                <a:schemeClr val="dk1"/>
              </a:solidFill>
              <a:latin typeface="Comfortaa"/>
              <a:ea typeface="Comfortaa"/>
              <a:cs typeface="Comfortaa"/>
              <a:sym typeface="Comfortaa"/>
            </a:endParaRPr>
          </a:p>
          <a:p>
            <a:pPr indent="-323850" lvl="0" marL="457200" marR="0" rtl="0" algn="l">
              <a:lnSpc>
                <a:spcPct val="100000"/>
              </a:lnSpc>
              <a:spcBef>
                <a:spcPts val="0"/>
              </a:spcBef>
              <a:spcAft>
                <a:spcPts val="0"/>
              </a:spcAft>
              <a:buClr>
                <a:schemeClr val="dk1"/>
              </a:buClr>
              <a:buSzPts val="1500"/>
              <a:buFont typeface="Arial"/>
              <a:buChar char="•"/>
            </a:pPr>
            <a:r>
              <a:rPr b="0" i="0" lang="en" sz="1200" u="none" cap="none" strike="noStrike">
                <a:solidFill>
                  <a:schemeClr val="dk1"/>
                </a:solidFill>
                <a:latin typeface="Comfortaa"/>
                <a:ea typeface="Comfortaa"/>
                <a:cs typeface="Comfortaa"/>
                <a:sym typeface="Comfortaa"/>
              </a:rPr>
              <a:t>AstroSage should consider adopting advanced technologies and hiring skilled agents to boost the share of complementary and public live calls.</a:t>
            </a:r>
            <a:endParaRPr b="0" i="0" sz="1200" u="none" cap="none" strike="noStrike">
              <a:solidFill>
                <a:schemeClr val="dk1"/>
              </a:solidFill>
              <a:latin typeface="Comfortaa"/>
              <a:ea typeface="Comfortaa"/>
              <a:cs typeface="Comfortaa"/>
              <a:sym typeface="Comfortaa"/>
            </a:endParaRPr>
          </a:p>
        </p:txBody>
      </p:sp>
      <p:pic>
        <p:nvPicPr>
          <p:cNvPr id="204" name="Google Shape;204;p8"/>
          <p:cNvPicPr preferRelativeResize="0"/>
          <p:nvPr/>
        </p:nvPicPr>
        <p:blipFill>
          <a:blip r:embed="rId3">
            <a:alphaModFix/>
          </a:blip>
          <a:stretch>
            <a:fillRect/>
          </a:stretch>
        </p:blipFill>
        <p:spPr>
          <a:xfrm>
            <a:off x="219200" y="1178400"/>
            <a:ext cx="4267200" cy="239467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9"/>
          <p:cNvSpPr txBox="1"/>
          <p:nvPr/>
        </p:nvSpPr>
        <p:spPr>
          <a:xfrm>
            <a:off x="34275" y="79200"/>
            <a:ext cx="9072300" cy="413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1" i="0" lang="en" sz="2400" u="none" cap="none" strike="noStrike">
                <a:solidFill>
                  <a:srgbClr val="1E4E79"/>
                </a:solidFill>
                <a:latin typeface="Comfortaa"/>
                <a:ea typeface="Comfortaa"/>
                <a:cs typeface="Comfortaa"/>
                <a:sym typeface="Comfortaa"/>
              </a:rPr>
              <a:t>Website Distribution</a:t>
            </a:r>
            <a:endParaRPr b="1" i="0" sz="2400" u="none" cap="none" strike="noStrike">
              <a:solidFill>
                <a:srgbClr val="1E4E79"/>
              </a:solidFill>
              <a:latin typeface="Comfortaa"/>
              <a:ea typeface="Comfortaa"/>
              <a:cs typeface="Comfortaa"/>
              <a:sym typeface="Comfortaa"/>
            </a:endParaRPr>
          </a:p>
        </p:txBody>
      </p:sp>
      <p:sp>
        <p:nvSpPr>
          <p:cNvPr id="210" name="Google Shape;210;p9"/>
          <p:cNvSpPr txBox="1"/>
          <p:nvPr/>
        </p:nvSpPr>
        <p:spPr>
          <a:xfrm>
            <a:off x="4572000" y="987775"/>
            <a:ext cx="4331700" cy="2724300"/>
          </a:xfrm>
          <a:prstGeom prst="rect">
            <a:avLst/>
          </a:prstGeom>
          <a:noFill/>
          <a:ln>
            <a:noFill/>
          </a:ln>
        </p:spPr>
        <p:txBody>
          <a:bodyPr anchorCtr="0" anchor="t" bIns="91425" lIns="91425" spcFirstLastPara="1" rIns="91425" wrap="square" tIns="91425">
            <a:spAutoFit/>
          </a:bodyPr>
          <a:lstStyle/>
          <a:p>
            <a:pPr indent="-323850" lvl="0" marL="457200" marR="0" rtl="0" algn="l">
              <a:lnSpc>
                <a:spcPct val="100000"/>
              </a:lnSpc>
              <a:spcBef>
                <a:spcPts val="0"/>
              </a:spcBef>
              <a:spcAft>
                <a:spcPts val="0"/>
              </a:spcAft>
              <a:buClr>
                <a:schemeClr val="dk1"/>
              </a:buClr>
              <a:buSzPts val="1500"/>
              <a:buFont typeface="Arial"/>
              <a:buChar char="•"/>
            </a:pPr>
            <a:r>
              <a:rPr b="0" i="0" lang="en" sz="1500" u="none" cap="none" strike="noStrike">
                <a:solidFill>
                  <a:schemeClr val="dk1"/>
                </a:solidFill>
                <a:latin typeface="Comfortaa"/>
                <a:ea typeface="Comfortaa"/>
                <a:cs typeface="Comfortaa"/>
                <a:sym typeface="Comfortaa"/>
              </a:rPr>
              <a:t>The website distribution pie chart is presented with the different websites showing count consultations through different website channels.</a:t>
            </a:r>
            <a:endParaRPr b="0" i="0" sz="1500" u="none" cap="none" strike="noStrike">
              <a:solidFill>
                <a:schemeClr val="dk1"/>
              </a:solidFill>
              <a:latin typeface="Comfortaa"/>
              <a:ea typeface="Comfortaa"/>
              <a:cs typeface="Comfortaa"/>
              <a:sym typeface="Comfortaa"/>
            </a:endParaRPr>
          </a:p>
          <a:p>
            <a:pPr indent="-190500" lvl="0" marL="74295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Comfortaa"/>
              <a:ea typeface="Comfortaa"/>
              <a:cs typeface="Comfortaa"/>
              <a:sym typeface="Comfortaa"/>
            </a:endParaRPr>
          </a:p>
          <a:p>
            <a:pPr indent="-323850" lvl="0" marL="457200" marR="0" rtl="0" algn="l">
              <a:lnSpc>
                <a:spcPct val="100000"/>
              </a:lnSpc>
              <a:spcBef>
                <a:spcPts val="0"/>
              </a:spcBef>
              <a:spcAft>
                <a:spcPts val="0"/>
              </a:spcAft>
              <a:buClr>
                <a:schemeClr val="dk1"/>
              </a:buClr>
              <a:buSzPts val="1500"/>
              <a:buFont typeface="Arial"/>
              <a:buChar char="•"/>
            </a:pPr>
            <a:r>
              <a:rPr b="0" i="0" lang="en" sz="1500" u="none" cap="none" strike="noStrike">
                <a:solidFill>
                  <a:schemeClr val="dk1"/>
                </a:solidFill>
                <a:latin typeface="Comfortaa"/>
                <a:ea typeface="Comfortaa"/>
                <a:cs typeface="Comfortaa"/>
                <a:sym typeface="Comfortaa"/>
              </a:rPr>
              <a:t>The least amount of consultations appear from dashboard.</a:t>
            </a:r>
            <a:endParaRPr b="0" i="0" sz="1500" u="none" cap="none" strike="noStrike">
              <a:solidFill>
                <a:schemeClr val="dk1"/>
              </a:solidFill>
              <a:latin typeface="Comfortaa"/>
              <a:ea typeface="Comfortaa"/>
              <a:cs typeface="Comfortaa"/>
              <a:sym typeface="Comfortaa"/>
            </a:endParaRPr>
          </a:p>
          <a:p>
            <a:pPr indent="-190500" lvl="0" marL="74295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Comfortaa"/>
              <a:ea typeface="Comfortaa"/>
              <a:cs typeface="Comfortaa"/>
              <a:sym typeface="Comfortaa"/>
            </a:endParaRPr>
          </a:p>
          <a:p>
            <a:pPr indent="-323850" lvl="0" marL="457200" marR="0" rtl="0" algn="l">
              <a:lnSpc>
                <a:spcPct val="100000"/>
              </a:lnSpc>
              <a:spcBef>
                <a:spcPts val="0"/>
              </a:spcBef>
              <a:spcAft>
                <a:spcPts val="0"/>
              </a:spcAft>
              <a:buClr>
                <a:schemeClr val="dk1"/>
              </a:buClr>
              <a:buSzPts val="1500"/>
              <a:buFont typeface="Arial"/>
              <a:buChar char="•"/>
            </a:pPr>
            <a:r>
              <a:rPr b="0" i="0" lang="en" sz="1500" u="none" cap="none" strike="noStrike">
                <a:solidFill>
                  <a:schemeClr val="dk1"/>
                </a:solidFill>
                <a:latin typeface="Comfortaa"/>
                <a:ea typeface="Comfortaa"/>
                <a:cs typeface="Comfortaa"/>
                <a:sym typeface="Comfortaa"/>
              </a:rPr>
              <a:t>The most amount consultations are  from gurucool.</a:t>
            </a:r>
            <a:endParaRPr b="0" i="0" sz="1500" u="none" cap="none" strike="noStrike">
              <a:solidFill>
                <a:schemeClr val="dk1"/>
              </a:solidFill>
              <a:latin typeface="Comfortaa"/>
              <a:ea typeface="Comfortaa"/>
              <a:cs typeface="Comfortaa"/>
              <a:sym typeface="Comfortaa"/>
            </a:endParaRPr>
          </a:p>
          <a:p>
            <a:pPr indent="-190500" lvl="0" marL="74295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Comfortaa"/>
              <a:ea typeface="Comfortaa"/>
              <a:cs typeface="Comfortaa"/>
              <a:sym typeface="Comfortaa"/>
            </a:endParaRPr>
          </a:p>
        </p:txBody>
      </p:sp>
      <p:pic>
        <p:nvPicPr>
          <p:cNvPr id="211" name="Google Shape;211;p9"/>
          <p:cNvPicPr preferRelativeResize="0"/>
          <p:nvPr/>
        </p:nvPicPr>
        <p:blipFill>
          <a:blip r:embed="rId3">
            <a:alphaModFix/>
          </a:blip>
          <a:stretch>
            <a:fillRect/>
          </a:stretch>
        </p:blipFill>
        <p:spPr>
          <a:xfrm>
            <a:off x="304800" y="987775"/>
            <a:ext cx="4267200" cy="240482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10"/>
          <p:cNvSpPr txBox="1"/>
          <p:nvPr/>
        </p:nvSpPr>
        <p:spPr>
          <a:xfrm>
            <a:off x="34275" y="79200"/>
            <a:ext cx="9072300" cy="413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1" i="0" lang="en" sz="2400" u="none" cap="none" strike="noStrike">
                <a:solidFill>
                  <a:srgbClr val="1E4E79"/>
                </a:solidFill>
                <a:latin typeface="Comfortaa"/>
                <a:ea typeface="Comfortaa"/>
                <a:cs typeface="Comfortaa"/>
                <a:sym typeface="Comfortaa"/>
              </a:rPr>
              <a:t>Call Status Distribution</a:t>
            </a:r>
            <a:endParaRPr b="1" i="0" sz="2400" u="none" cap="none" strike="noStrike">
              <a:solidFill>
                <a:srgbClr val="1E4E79"/>
              </a:solidFill>
              <a:latin typeface="Comfortaa"/>
              <a:ea typeface="Comfortaa"/>
              <a:cs typeface="Comfortaa"/>
              <a:sym typeface="Comfortaa"/>
            </a:endParaRPr>
          </a:p>
        </p:txBody>
      </p:sp>
      <p:sp>
        <p:nvSpPr>
          <p:cNvPr id="217" name="Google Shape;217;p10"/>
          <p:cNvSpPr txBox="1"/>
          <p:nvPr/>
        </p:nvSpPr>
        <p:spPr>
          <a:xfrm>
            <a:off x="4302285" y="1284226"/>
            <a:ext cx="4550728" cy="2031295"/>
          </a:xfrm>
          <a:prstGeom prst="rect">
            <a:avLst/>
          </a:prstGeom>
          <a:noFill/>
          <a:ln>
            <a:noFill/>
          </a:ln>
        </p:spPr>
        <p:txBody>
          <a:bodyPr anchorCtr="0" anchor="t" bIns="91425" lIns="91425" spcFirstLastPara="1" rIns="91425" wrap="square" tIns="91425">
            <a:spAutoFit/>
          </a:bodyPr>
          <a:lstStyle/>
          <a:p>
            <a:pPr indent="-323850" lvl="0" marL="457200" marR="0" rtl="0" algn="l">
              <a:lnSpc>
                <a:spcPct val="100000"/>
              </a:lnSpc>
              <a:spcBef>
                <a:spcPts val="0"/>
              </a:spcBef>
              <a:spcAft>
                <a:spcPts val="0"/>
              </a:spcAft>
              <a:buClr>
                <a:schemeClr val="dk1"/>
              </a:buClr>
              <a:buSzPts val="1500"/>
              <a:buFont typeface="Arial"/>
              <a:buChar char="•"/>
            </a:pPr>
            <a:r>
              <a:rPr b="0" i="0" lang="en" sz="1200" u="none" cap="none" strike="noStrike">
                <a:solidFill>
                  <a:schemeClr val="dk1"/>
                </a:solidFill>
                <a:latin typeface="Comfortaa"/>
                <a:ea typeface="Comfortaa"/>
                <a:cs typeface="Comfortaa"/>
                <a:sym typeface="Comfortaa"/>
              </a:rPr>
              <a:t>The call-status pie chart is presented with the different responses by the user i.e. the end result of consultation.</a:t>
            </a:r>
            <a:endParaRPr/>
          </a:p>
          <a:p>
            <a:pPr indent="0" lvl="0" marL="133350" marR="0" rtl="0" algn="l">
              <a:lnSpc>
                <a:spcPct val="100000"/>
              </a:lnSpc>
              <a:spcBef>
                <a:spcPts val="0"/>
              </a:spcBef>
              <a:spcAft>
                <a:spcPts val="0"/>
              </a:spcAft>
              <a:buNone/>
            </a:pPr>
            <a:r>
              <a:t/>
            </a:r>
            <a:endParaRPr b="0" i="0" sz="1200" u="none" cap="none" strike="noStrike">
              <a:solidFill>
                <a:schemeClr val="dk1"/>
              </a:solidFill>
              <a:latin typeface="Comfortaa"/>
              <a:ea typeface="Comfortaa"/>
              <a:cs typeface="Comfortaa"/>
              <a:sym typeface="Comfortaa"/>
            </a:endParaRPr>
          </a:p>
          <a:p>
            <a:pPr indent="-323850" lvl="0" marL="457200" marR="0" rtl="0" algn="l">
              <a:lnSpc>
                <a:spcPct val="100000"/>
              </a:lnSpc>
              <a:spcBef>
                <a:spcPts val="0"/>
              </a:spcBef>
              <a:spcAft>
                <a:spcPts val="0"/>
              </a:spcAft>
              <a:buClr>
                <a:schemeClr val="dk1"/>
              </a:buClr>
              <a:buSzPts val="1500"/>
              <a:buFont typeface="Arial"/>
              <a:buChar char="•"/>
            </a:pPr>
            <a:r>
              <a:rPr b="0" i="0" lang="en" sz="1200" u="none" cap="none" strike="noStrike">
                <a:solidFill>
                  <a:schemeClr val="dk1"/>
                </a:solidFill>
                <a:latin typeface="Comfortaa"/>
                <a:ea typeface="Comfortaa"/>
                <a:cs typeface="Comfortaa"/>
                <a:sym typeface="Comfortaa"/>
              </a:rPr>
              <a:t>The completed calls are 25% and there are the most amount of failed calls. </a:t>
            </a:r>
            <a:endParaRPr b="0" i="0" sz="1200" u="none" cap="none" strike="noStrike">
              <a:solidFill>
                <a:schemeClr val="dk1"/>
              </a:solidFill>
              <a:latin typeface="Comfortaa"/>
              <a:ea typeface="Comfortaa"/>
              <a:cs typeface="Comfortaa"/>
              <a:sym typeface="Comfortaa"/>
            </a:endParaRPr>
          </a:p>
          <a:p>
            <a:pPr indent="0" lvl="0" marL="133350" marR="0" rtl="0" algn="l">
              <a:lnSpc>
                <a:spcPct val="100000"/>
              </a:lnSpc>
              <a:spcBef>
                <a:spcPts val="0"/>
              </a:spcBef>
              <a:spcAft>
                <a:spcPts val="0"/>
              </a:spcAft>
              <a:buNone/>
            </a:pPr>
            <a:r>
              <a:t/>
            </a:r>
            <a:endParaRPr b="0" i="0" sz="1200" u="none" cap="none" strike="noStrike">
              <a:solidFill>
                <a:schemeClr val="dk1"/>
              </a:solidFill>
              <a:latin typeface="Comfortaa"/>
              <a:ea typeface="Comfortaa"/>
              <a:cs typeface="Comfortaa"/>
              <a:sym typeface="Comfortaa"/>
            </a:endParaRPr>
          </a:p>
          <a:p>
            <a:pPr indent="-323850" lvl="0" marL="457200" marR="0" rtl="0" algn="l">
              <a:lnSpc>
                <a:spcPct val="100000"/>
              </a:lnSpc>
              <a:spcBef>
                <a:spcPts val="0"/>
              </a:spcBef>
              <a:spcAft>
                <a:spcPts val="0"/>
              </a:spcAft>
              <a:buClr>
                <a:schemeClr val="dk1"/>
              </a:buClr>
              <a:buSzPts val="1500"/>
              <a:buFont typeface="Arial"/>
              <a:buChar char="•"/>
            </a:pPr>
            <a:r>
              <a:rPr b="0" i="0" lang="en" sz="1200" u="none" cap="none" strike="noStrike">
                <a:solidFill>
                  <a:schemeClr val="dk1"/>
                </a:solidFill>
                <a:latin typeface="Comfortaa"/>
                <a:ea typeface="Comfortaa"/>
                <a:cs typeface="Comfortaa"/>
                <a:sym typeface="Comfortaa"/>
              </a:rPr>
              <a:t>The NA represents the consultations done on any other consultation-type than calls.</a:t>
            </a:r>
            <a:endParaRPr b="0" i="0" sz="1200" u="none" cap="none" strike="noStrike">
              <a:solidFill>
                <a:schemeClr val="dk1"/>
              </a:solidFill>
              <a:latin typeface="Comfortaa"/>
              <a:ea typeface="Comfortaa"/>
              <a:cs typeface="Comfortaa"/>
              <a:sym typeface="Comfortaa"/>
            </a:endParaRPr>
          </a:p>
          <a:p>
            <a:pPr indent="-209550" lvl="0" marL="7429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a:ea typeface="Comfortaa"/>
              <a:cs typeface="Comfortaa"/>
              <a:sym typeface="Comfortaa"/>
            </a:endParaRPr>
          </a:p>
        </p:txBody>
      </p:sp>
      <p:pic>
        <p:nvPicPr>
          <p:cNvPr id="218" name="Google Shape;218;p10"/>
          <p:cNvPicPr preferRelativeResize="0"/>
          <p:nvPr/>
        </p:nvPicPr>
        <p:blipFill>
          <a:blip r:embed="rId3">
            <a:alphaModFix/>
          </a:blip>
          <a:stretch>
            <a:fillRect/>
          </a:stretch>
        </p:blipFill>
        <p:spPr>
          <a:xfrm>
            <a:off x="210850" y="1055350"/>
            <a:ext cx="3997485" cy="226018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11"/>
          <p:cNvSpPr txBox="1"/>
          <p:nvPr/>
        </p:nvSpPr>
        <p:spPr>
          <a:xfrm>
            <a:off x="34275" y="79200"/>
            <a:ext cx="9072300" cy="413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1" i="0" lang="en" sz="2400" u="none" cap="none" strike="noStrike">
                <a:solidFill>
                  <a:srgbClr val="1E4E79"/>
                </a:solidFill>
                <a:latin typeface="Comfortaa"/>
                <a:ea typeface="Comfortaa"/>
                <a:cs typeface="Comfortaa"/>
                <a:sym typeface="Comfortaa"/>
              </a:rPr>
              <a:t>Chat Status Distribution</a:t>
            </a:r>
            <a:endParaRPr b="1" i="0" sz="2400" u="none" cap="none" strike="noStrike">
              <a:solidFill>
                <a:srgbClr val="1E4E79"/>
              </a:solidFill>
              <a:latin typeface="Comfortaa"/>
              <a:ea typeface="Comfortaa"/>
              <a:cs typeface="Comfortaa"/>
              <a:sym typeface="Comfortaa"/>
            </a:endParaRPr>
          </a:p>
        </p:txBody>
      </p:sp>
      <p:sp>
        <p:nvSpPr>
          <p:cNvPr id="224" name="Google Shape;224;p11"/>
          <p:cNvSpPr txBox="1"/>
          <p:nvPr/>
        </p:nvSpPr>
        <p:spPr>
          <a:xfrm>
            <a:off x="4387803" y="758475"/>
            <a:ext cx="4537571" cy="3185457"/>
          </a:xfrm>
          <a:prstGeom prst="rect">
            <a:avLst/>
          </a:prstGeom>
          <a:noFill/>
          <a:ln>
            <a:noFill/>
          </a:ln>
        </p:spPr>
        <p:txBody>
          <a:bodyPr anchorCtr="0" anchor="t" bIns="91425" lIns="91425" spcFirstLastPara="1" rIns="91425" wrap="square" tIns="91425">
            <a:spAutoFit/>
          </a:bodyPr>
          <a:lstStyle/>
          <a:p>
            <a:pPr indent="0" lvl="0" marL="457200" marR="0" rtl="0" algn="l">
              <a:lnSpc>
                <a:spcPct val="100000"/>
              </a:lnSpc>
              <a:spcBef>
                <a:spcPts val="0"/>
              </a:spcBef>
              <a:spcAft>
                <a:spcPts val="0"/>
              </a:spcAft>
              <a:buNone/>
            </a:pPr>
            <a:r>
              <a:t/>
            </a:r>
            <a:endParaRPr b="0" i="0" sz="1500" u="none" cap="none" strike="noStrike">
              <a:solidFill>
                <a:schemeClr val="dk1"/>
              </a:solidFill>
              <a:latin typeface="Comfortaa"/>
              <a:ea typeface="Comfortaa"/>
              <a:cs typeface="Comfortaa"/>
              <a:sym typeface="Comfortaa"/>
            </a:endParaRPr>
          </a:p>
          <a:p>
            <a:pPr indent="-190500" lvl="0" marL="74295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Comfortaa"/>
              <a:ea typeface="Comfortaa"/>
              <a:cs typeface="Comfortaa"/>
              <a:sym typeface="Comfortaa"/>
            </a:endParaRPr>
          </a:p>
          <a:p>
            <a:pPr indent="-323850" lvl="0" marL="457200" marR="0" rtl="0" algn="l">
              <a:lnSpc>
                <a:spcPct val="100000"/>
              </a:lnSpc>
              <a:spcBef>
                <a:spcPts val="0"/>
              </a:spcBef>
              <a:spcAft>
                <a:spcPts val="0"/>
              </a:spcAft>
              <a:buClr>
                <a:schemeClr val="dk1"/>
              </a:buClr>
              <a:buSzPts val="1500"/>
              <a:buFont typeface="Arial"/>
              <a:buChar char="•"/>
            </a:pPr>
            <a:r>
              <a:rPr b="0" i="0" lang="en" sz="1500" u="none" cap="none" strike="noStrike">
                <a:solidFill>
                  <a:schemeClr val="dk1"/>
                </a:solidFill>
                <a:latin typeface="Comfortaa"/>
                <a:ea typeface="Comfortaa"/>
                <a:cs typeface="Comfortaa"/>
                <a:sym typeface="Comfortaa"/>
              </a:rPr>
              <a:t>The chat-status pie chart is presented with the different responses by the user i.e. the end result of consultation.</a:t>
            </a:r>
            <a:endParaRPr/>
          </a:p>
          <a:p>
            <a:pPr indent="0" lvl="0" marL="133350" marR="0" rtl="0" algn="l">
              <a:lnSpc>
                <a:spcPct val="100000"/>
              </a:lnSpc>
              <a:spcBef>
                <a:spcPts val="0"/>
              </a:spcBef>
              <a:spcAft>
                <a:spcPts val="0"/>
              </a:spcAft>
              <a:buNone/>
            </a:pPr>
            <a:r>
              <a:t/>
            </a:r>
            <a:endParaRPr b="0" i="0" sz="1500" u="none" cap="none" strike="noStrike">
              <a:solidFill>
                <a:schemeClr val="dk1"/>
              </a:solidFill>
              <a:latin typeface="Comfortaa"/>
              <a:ea typeface="Comfortaa"/>
              <a:cs typeface="Comfortaa"/>
              <a:sym typeface="Comfortaa"/>
            </a:endParaRPr>
          </a:p>
          <a:p>
            <a:pPr indent="-323850" lvl="0" marL="457200" marR="0" rtl="0" algn="l">
              <a:lnSpc>
                <a:spcPct val="100000"/>
              </a:lnSpc>
              <a:spcBef>
                <a:spcPts val="0"/>
              </a:spcBef>
              <a:spcAft>
                <a:spcPts val="0"/>
              </a:spcAft>
              <a:buClr>
                <a:schemeClr val="dk1"/>
              </a:buClr>
              <a:buSzPts val="1500"/>
              <a:buFont typeface="Arial"/>
              <a:buChar char="•"/>
            </a:pPr>
            <a:r>
              <a:rPr b="0" i="0" lang="en" sz="1500" u="none" cap="none" strike="noStrike">
                <a:solidFill>
                  <a:schemeClr val="dk1"/>
                </a:solidFill>
                <a:latin typeface="Comfortaa"/>
                <a:ea typeface="Comfortaa"/>
                <a:cs typeface="Comfortaa"/>
                <a:sym typeface="Comfortaa"/>
              </a:rPr>
              <a:t>The completed chats are 20% and most amount of failed chats 37%. </a:t>
            </a:r>
            <a:endParaRPr b="0" i="0" sz="1500" u="none" cap="none" strike="noStrike">
              <a:solidFill>
                <a:schemeClr val="dk1"/>
              </a:solidFill>
              <a:latin typeface="Comfortaa"/>
              <a:ea typeface="Comfortaa"/>
              <a:cs typeface="Comfortaa"/>
              <a:sym typeface="Comfortaa"/>
            </a:endParaRPr>
          </a:p>
          <a:p>
            <a:pPr indent="0" lvl="0" marL="133350" marR="0" rtl="0" algn="l">
              <a:lnSpc>
                <a:spcPct val="100000"/>
              </a:lnSpc>
              <a:spcBef>
                <a:spcPts val="0"/>
              </a:spcBef>
              <a:spcAft>
                <a:spcPts val="0"/>
              </a:spcAft>
              <a:buNone/>
            </a:pPr>
            <a:r>
              <a:t/>
            </a:r>
            <a:endParaRPr b="0" i="0" sz="1500" u="none" cap="none" strike="noStrike">
              <a:solidFill>
                <a:schemeClr val="dk1"/>
              </a:solidFill>
              <a:latin typeface="Comfortaa"/>
              <a:ea typeface="Comfortaa"/>
              <a:cs typeface="Comfortaa"/>
              <a:sym typeface="Comfortaa"/>
            </a:endParaRPr>
          </a:p>
          <a:p>
            <a:pPr indent="-323850" lvl="0" marL="457200" marR="0" rtl="0" algn="l">
              <a:lnSpc>
                <a:spcPct val="100000"/>
              </a:lnSpc>
              <a:spcBef>
                <a:spcPts val="0"/>
              </a:spcBef>
              <a:spcAft>
                <a:spcPts val="0"/>
              </a:spcAft>
              <a:buClr>
                <a:schemeClr val="dk1"/>
              </a:buClr>
              <a:buSzPts val="1500"/>
              <a:buFont typeface="Arial"/>
              <a:buChar char="•"/>
            </a:pPr>
            <a:r>
              <a:rPr b="0" i="0" lang="en" sz="1500" u="none" cap="none" strike="noStrike">
                <a:solidFill>
                  <a:schemeClr val="dk1"/>
                </a:solidFill>
                <a:latin typeface="Comfortaa"/>
                <a:ea typeface="Comfortaa"/>
                <a:cs typeface="Comfortaa"/>
                <a:sym typeface="Comfortaa"/>
              </a:rPr>
              <a:t>The On call represents the consultations done on any other consultation-type than calls.</a:t>
            </a:r>
            <a:endParaRPr b="0" i="0" sz="1500" u="none" cap="none" strike="noStrike">
              <a:solidFill>
                <a:schemeClr val="dk1"/>
              </a:solidFill>
              <a:latin typeface="Comfortaa"/>
              <a:ea typeface="Comfortaa"/>
              <a:cs typeface="Comfortaa"/>
              <a:sym typeface="Comfortaa"/>
            </a:endParaRPr>
          </a:p>
          <a:p>
            <a:pPr indent="-190500" lvl="0" marL="742950" marR="0" rtl="0" algn="l">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Comfortaa"/>
              <a:ea typeface="Comfortaa"/>
              <a:cs typeface="Comfortaa"/>
              <a:sym typeface="Comfortaa"/>
            </a:endParaRPr>
          </a:p>
        </p:txBody>
      </p:sp>
      <p:pic>
        <p:nvPicPr>
          <p:cNvPr id="225" name="Google Shape;225;p11"/>
          <p:cNvPicPr preferRelativeResize="0"/>
          <p:nvPr/>
        </p:nvPicPr>
        <p:blipFill>
          <a:blip r:embed="rId3">
            <a:alphaModFix/>
          </a:blip>
          <a:stretch>
            <a:fillRect/>
          </a:stretch>
        </p:blipFill>
        <p:spPr>
          <a:xfrm>
            <a:off x="269300" y="1354450"/>
            <a:ext cx="4083003" cy="23085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12"/>
          <p:cNvSpPr txBox="1"/>
          <p:nvPr/>
        </p:nvSpPr>
        <p:spPr>
          <a:xfrm>
            <a:off x="34275" y="79200"/>
            <a:ext cx="9072300" cy="413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1" i="0" lang="en" sz="2400" u="none" cap="none" strike="noStrike">
                <a:solidFill>
                  <a:srgbClr val="1E4E79"/>
                </a:solidFill>
                <a:latin typeface="Comfortaa"/>
                <a:ea typeface="Comfortaa"/>
                <a:cs typeface="Comfortaa"/>
                <a:sym typeface="Comfortaa"/>
              </a:rPr>
              <a:t>Hourly User Volume</a:t>
            </a:r>
            <a:endParaRPr b="1" i="0" sz="2400" u="none" cap="none" strike="noStrike">
              <a:solidFill>
                <a:srgbClr val="1E4E79"/>
              </a:solidFill>
              <a:latin typeface="Comfortaa"/>
              <a:ea typeface="Comfortaa"/>
              <a:cs typeface="Comfortaa"/>
              <a:sym typeface="Comfortaa"/>
            </a:endParaRPr>
          </a:p>
        </p:txBody>
      </p:sp>
      <p:sp>
        <p:nvSpPr>
          <p:cNvPr id="231" name="Google Shape;231;p12"/>
          <p:cNvSpPr txBox="1"/>
          <p:nvPr/>
        </p:nvSpPr>
        <p:spPr>
          <a:xfrm>
            <a:off x="5644450" y="909450"/>
            <a:ext cx="3281100" cy="3324600"/>
          </a:xfrm>
          <a:prstGeom prst="rect">
            <a:avLst/>
          </a:prstGeom>
          <a:noFill/>
          <a:ln>
            <a:noFill/>
          </a:ln>
        </p:spPr>
        <p:txBody>
          <a:bodyPr anchorCtr="0" anchor="t" bIns="91425" lIns="91425" spcFirstLastPara="1" rIns="91425" wrap="square" tIns="91425">
            <a:spAutoFit/>
          </a:bodyPr>
          <a:lstStyle/>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a:ea typeface="Comfortaa"/>
                <a:cs typeface="Comfortaa"/>
                <a:sym typeface="Comfortaa"/>
              </a:rPr>
              <a:t>Given column chart shows hourly call distribution ,according to chart we can see that highest call peak hours starts from 6AM to 4PM.</a:t>
            </a:r>
            <a:endParaRPr b="0" i="0" sz="1200" u="none" cap="none" strike="noStrike">
              <a:solidFill>
                <a:schemeClr val="dk1"/>
              </a:solidFill>
              <a:latin typeface="Comfortaa"/>
              <a:ea typeface="Comfortaa"/>
              <a:cs typeface="Comfortaa"/>
              <a:sym typeface="Comfortaa"/>
            </a:endParaRPr>
          </a:p>
          <a:p>
            <a:pPr indent="-95250" lvl="0" marL="10858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a:ea typeface="Comfortaa"/>
              <a:cs typeface="Comfortaa"/>
              <a:sym typeface="Comfortaa"/>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a:ea typeface="Comfortaa"/>
                <a:cs typeface="Comfortaa"/>
                <a:sym typeface="Comfortaa"/>
              </a:rPr>
              <a:t>More investment can be done in hiring skilled agents and also on implementing Ai-powered chat-bots and CRM technology.</a:t>
            </a:r>
            <a:endParaRPr b="0" i="0" sz="1200" u="none" cap="none" strike="noStrike">
              <a:solidFill>
                <a:schemeClr val="dk1"/>
              </a:solidFill>
              <a:latin typeface="Comfortaa"/>
              <a:ea typeface="Comfortaa"/>
              <a:cs typeface="Comfortaa"/>
              <a:sym typeface="Comfortaa"/>
            </a:endParaRPr>
          </a:p>
          <a:p>
            <a:pPr indent="-95250" lvl="0" marL="10858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a:ea typeface="Comfortaa"/>
              <a:cs typeface="Comfortaa"/>
              <a:sym typeface="Comfortaa"/>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a:ea typeface="Comfortaa"/>
                <a:cs typeface="Comfortaa"/>
                <a:sym typeface="Comfortaa"/>
              </a:rPr>
              <a:t>Also a well-designed and systematic feedback system and automatic call routing system will attract more users for calls and overall engagements.</a:t>
            </a:r>
            <a:endParaRPr b="0" i="0" sz="1200" u="none" cap="none" strike="noStrike">
              <a:solidFill>
                <a:schemeClr val="dk1"/>
              </a:solidFill>
              <a:latin typeface="Comfortaa"/>
              <a:ea typeface="Comfortaa"/>
              <a:cs typeface="Comfortaa"/>
              <a:sym typeface="Comfortaa"/>
            </a:endParaRPr>
          </a:p>
          <a:p>
            <a:pPr indent="-95250" lvl="0" marL="1714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a:ea typeface="Comfortaa"/>
              <a:cs typeface="Comfortaa"/>
              <a:sym typeface="Comfortaa"/>
            </a:endParaRPr>
          </a:p>
        </p:txBody>
      </p:sp>
      <p:graphicFrame>
        <p:nvGraphicFramePr>
          <p:cNvPr id="232" name="Google Shape;232;p12"/>
          <p:cNvGraphicFramePr/>
          <p:nvPr/>
        </p:nvGraphicFramePr>
        <p:xfrm>
          <a:off x="381549" y="999920"/>
          <a:ext cx="4717191" cy="2806984"/>
        </p:xfrm>
        <a:graphic>
          <a:graphicData uri="http://schemas.openxmlformats.org/drawingml/2006/chart">
            <c:chart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
        <p:nvSpPr>
          <p:cNvPr id="237" name="Google Shape;237;p13"/>
          <p:cNvSpPr txBox="1"/>
          <p:nvPr/>
        </p:nvSpPr>
        <p:spPr>
          <a:xfrm>
            <a:off x="34275" y="79200"/>
            <a:ext cx="9072300" cy="413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1" i="0" lang="en" sz="2400" u="none" cap="none" strike="noStrike">
                <a:solidFill>
                  <a:srgbClr val="1E4E79"/>
                </a:solidFill>
                <a:latin typeface="Comfortaa"/>
                <a:ea typeface="Comfortaa"/>
                <a:cs typeface="Comfortaa"/>
                <a:sym typeface="Comfortaa"/>
              </a:rPr>
              <a:t>Guru Rating on the scale of 8</a:t>
            </a:r>
            <a:endParaRPr b="1" i="0" sz="2400" u="none" cap="none" strike="noStrike">
              <a:solidFill>
                <a:srgbClr val="1E4E79"/>
              </a:solidFill>
              <a:latin typeface="Comfortaa"/>
              <a:ea typeface="Comfortaa"/>
              <a:cs typeface="Comfortaa"/>
              <a:sym typeface="Comfortaa"/>
            </a:endParaRPr>
          </a:p>
        </p:txBody>
      </p:sp>
      <p:sp>
        <p:nvSpPr>
          <p:cNvPr id="238" name="Google Shape;238;p13"/>
          <p:cNvSpPr txBox="1"/>
          <p:nvPr/>
        </p:nvSpPr>
        <p:spPr>
          <a:xfrm>
            <a:off x="5783303" y="968505"/>
            <a:ext cx="3148800" cy="2769959"/>
          </a:xfrm>
          <a:prstGeom prst="rect">
            <a:avLst/>
          </a:prstGeom>
          <a:noFill/>
          <a:ln>
            <a:noFill/>
          </a:ln>
        </p:spPr>
        <p:txBody>
          <a:bodyPr anchorCtr="0" anchor="t" bIns="91425" lIns="91425" spcFirstLastPara="1" rIns="91425" wrap="square" tIns="91425">
            <a:spAutoFit/>
          </a:bodyPr>
          <a:lstStyle/>
          <a:p>
            <a:pPr indent="-323850" lvl="0" marL="457200" marR="0" rtl="0" algn="l">
              <a:lnSpc>
                <a:spcPct val="100000"/>
              </a:lnSpc>
              <a:spcBef>
                <a:spcPts val="0"/>
              </a:spcBef>
              <a:spcAft>
                <a:spcPts val="0"/>
              </a:spcAft>
              <a:buClr>
                <a:schemeClr val="dk1"/>
              </a:buClr>
              <a:buSzPts val="1500"/>
              <a:buFont typeface="Arial"/>
              <a:buChar char="•"/>
            </a:pPr>
            <a:r>
              <a:rPr b="0" i="0" lang="en" sz="1200" u="none" cap="none" strike="noStrike">
                <a:solidFill>
                  <a:schemeClr val="dk1"/>
                </a:solidFill>
                <a:latin typeface="Comfortaa"/>
                <a:ea typeface="Comfortaa"/>
                <a:cs typeface="Comfortaa"/>
                <a:sym typeface="Comfortaa"/>
              </a:rPr>
              <a:t>The column chart represents the rating-wise user distribution.</a:t>
            </a:r>
            <a:endParaRPr/>
          </a:p>
          <a:p>
            <a:pPr indent="0" lvl="0" marL="133350" marR="0" rtl="0" algn="l">
              <a:lnSpc>
                <a:spcPct val="100000"/>
              </a:lnSpc>
              <a:spcBef>
                <a:spcPts val="0"/>
              </a:spcBef>
              <a:spcAft>
                <a:spcPts val="0"/>
              </a:spcAft>
              <a:buNone/>
            </a:pPr>
            <a:r>
              <a:t/>
            </a:r>
            <a:endParaRPr b="0" i="0" sz="1200" u="none" cap="none" strike="noStrike">
              <a:solidFill>
                <a:schemeClr val="dk1"/>
              </a:solidFill>
              <a:latin typeface="Comfortaa"/>
              <a:ea typeface="Comfortaa"/>
              <a:cs typeface="Comfortaa"/>
              <a:sym typeface="Comfortaa"/>
            </a:endParaRPr>
          </a:p>
          <a:p>
            <a:pPr indent="-323850" lvl="0" marL="457200" marR="0" rtl="0" algn="l">
              <a:lnSpc>
                <a:spcPct val="100000"/>
              </a:lnSpc>
              <a:spcBef>
                <a:spcPts val="0"/>
              </a:spcBef>
              <a:spcAft>
                <a:spcPts val="0"/>
              </a:spcAft>
              <a:buClr>
                <a:schemeClr val="dk1"/>
              </a:buClr>
              <a:buSzPts val="1500"/>
              <a:buFont typeface="Arial"/>
              <a:buChar char="•"/>
            </a:pPr>
            <a:r>
              <a:rPr b="0" i="0" lang="en" sz="1200" u="none" cap="none" strike="noStrike">
                <a:solidFill>
                  <a:schemeClr val="dk1"/>
                </a:solidFill>
                <a:latin typeface="Comfortaa"/>
                <a:ea typeface="Comfortaa"/>
                <a:cs typeface="Comfortaa"/>
                <a:sym typeface="Comfortaa"/>
              </a:rPr>
              <a:t>The calls consultation needs to be worked on and improve to increase the quality of consultation.</a:t>
            </a:r>
            <a:endParaRPr/>
          </a:p>
          <a:p>
            <a:pPr indent="0" lvl="0" marL="133350" marR="0" rtl="0" algn="l">
              <a:lnSpc>
                <a:spcPct val="100000"/>
              </a:lnSpc>
              <a:spcBef>
                <a:spcPts val="0"/>
              </a:spcBef>
              <a:spcAft>
                <a:spcPts val="0"/>
              </a:spcAft>
              <a:buNone/>
            </a:pPr>
            <a:r>
              <a:t/>
            </a:r>
            <a:endParaRPr b="0" i="0" sz="1200" u="none" cap="none" strike="noStrike">
              <a:solidFill>
                <a:schemeClr val="dk1"/>
              </a:solidFill>
              <a:latin typeface="Comfortaa"/>
              <a:ea typeface="Comfortaa"/>
              <a:cs typeface="Comfortaa"/>
              <a:sym typeface="Comfortaa"/>
            </a:endParaRPr>
          </a:p>
          <a:p>
            <a:pPr indent="-323850" lvl="0" marL="457200" marR="0" rtl="0" algn="l">
              <a:lnSpc>
                <a:spcPct val="100000"/>
              </a:lnSpc>
              <a:spcBef>
                <a:spcPts val="0"/>
              </a:spcBef>
              <a:spcAft>
                <a:spcPts val="0"/>
              </a:spcAft>
              <a:buClr>
                <a:schemeClr val="dk1"/>
              </a:buClr>
              <a:buSzPts val="1500"/>
              <a:buFont typeface="Arial"/>
              <a:buChar char="•"/>
            </a:pPr>
            <a:r>
              <a:rPr b="0" i="0" lang="en" sz="1200" u="none" cap="none" strike="noStrike">
                <a:solidFill>
                  <a:schemeClr val="dk1"/>
                </a:solidFill>
                <a:latin typeface="Comfortaa"/>
                <a:ea typeface="Comfortaa"/>
                <a:cs typeface="Comfortaa"/>
                <a:sym typeface="Comfortaa"/>
              </a:rPr>
              <a:t>The ratings given by users that consulted on chats is better than on calls.</a:t>
            </a:r>
            <a:endParaRPr b="0" i="0" sz="1200" u="none" cap="none" strike="noStrike">
              <a:solidFill>
                <a:schemeClr val="dk1"/>
              </a:solidFill>
              <a:latin typeface="Comfortaa"/>
              <a:ea typeface="Comfortaa"/>
              <a:cs typeface="Comfortaa"/>
              <a:sym typeface="Comfortaa"/>
            </a:endParaRPr>
          </a:p>
          <a:p>
            <a:pPr indent="-209550" lvl="0" marL="7429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a:ea typeface="Comfortaa"/>
              <a:cs typeface="Comfortaa"/>
              <a:sym typeface="Comfortaa"/>
            </a:endParaRPr>
          </a:p>
          <a:p>
            <a:pPr indent="-209550" lvl="0" marL="7429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a:ea typeface="Comfortaa"/>
              <a:cs typeface="Comfortaa"/>
              <a:sym typeface="Comfortaa"/>
            </a:endParaRPr>
          </a:p>
        </p:txBody>
      </p:sp>
      <p:graphicFrame>
        <p:nvGraphicFramePr>
          <p:cNvPr id="239" name="Google Shape;239;p13"/>
          <p:cNvGraphicFramePr/>
          <p:nvPr/>
        </p:nvGraphicFramePr>
        <p:xfrm>
          <a:off x="541513" y="863250"/>
          <a:ext cx="4648858" cy="3129849"/>
        </p:xfrm>
        <a:graphic>
          <a:graphicData uri="http://schemas.openxmlformats.org/drawingml/2006/chart">
            <c:chart r:id="rId3"/>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14"/>
          <p:cNvSpPr txBox="1"/>
          <p:nvPr/>
        </p:nvSpPr>
        <p:spPr>
          <a:xfrm>
            <a:off x="34275" y="79200"/>
            <a:ext cx="9072300" cy="487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1" i="0" lang="en" sz="2400" u="none" cap="none" strike="noStrike">
                <a:solidFill>
                  <a:srgbClr val="1E4E79"/>
                </a:solidFill>
                <a:latin typeface="Comfortaa"/>
                <a:ea typeface="Comfortaa"/>
                <a:cs typeface="Comfortaa"/>
                <a:sym typeface="Comfortaa"/>
              </a:rPr>
              <a:t>Strategic Recommendations</a:t>
            </a:r>
            <a:endParaRPr b="1" i="0" sz="2400" u="none" cap="none" strike="noStrike">
              <a:solidFill>
                <a:srgbClr val="1E4E79"/>
              </a:solidFill>
              <a:latin typeface="Comfortaa"/>
              <a:ea typeface="Comfortaa"/>
              <a:cs typeface="Comfortaa"/>
              <a:sym typeface="Comfortaa"/>
            </a:endParaRPr>
          </a:p>
        </p:txBody>
      </p:sp>
      <p:sp>
        <p:nvSpPr>
          <p:cNvPr id="245" name="Google Shape;245;p14"/>
          <p:cNvSpPr txBox="1"/>
          <p:nvPr/>
        </p:nvSpPr>
        <p:spPr>
          <a:xfrm>
            <a:off x="414524" y="1020950"/>
            <a:ext cx="4495200" cy="3709500"/>
          </a:xfrm>
          <a:prstGeom prst="rect">
            <a:avLst/>
          </a:prstGeom>
          <a:noFill/>
          <a:ln>
            <a:noFill/>
          </a:ln>
        </p:spPr>
        <p:txBody>
          <a:bodyPr anchorCtr="0" anchor="t" bIns="91425" lIns="91425" spcFirstLastPara="1" rIns="91425" wrap="square" tIns="91425">
            <a:spAutoFit/>
          </a:bodyPr>
          <a:lstStyle/>
          <a:p>
            <a:pPr indent="-298450" lvl="0" marL="457200" rtl="0" algn="l">
              <a:lnSpc>
                <a:spcPct val="100000"/>
              </a:lnSpc>
              <a:spcBef>
                <a:spcPts val="1200"/>
              </a:spcBef>
              <a:spcAft>
                <a:spcPts val="0"/>
              </a:spcAft>
              <a:buSzPts val="1100"/>
              <a:buFont typeface="Comfortaa"/>
              <a:buChar char="●"/>
            </a:pPr>
            <a:r>
              <a:rPr b="1" lang="en" sz="1100">
                <a:solidFill>
                  <a:srgbClr val="1E4E79"/>
                </a:solidFill>
                <a:latin typeface="Comfortaa"/>
                <a:ea typeface="Comfortaa"/>
                <a:cs typeface="Comfortaa"/>
                <a:sym typeface="Comfortaa"/>
              </a:rPr>
              <a:t>Upgrade Technology Infrastructure</a:t>
            </a:r>
            <a:r>
              <a:rPr lang="en" sz="1100">
                <a:solidFill>
                  <a:srgbClr val="1E4E79"/>
                </a:solidFill>
                <a:latin typeface="Comfortaa"/>
                <a:ea typeface="Comfortaa"/>
                <a:cs typeface="Comfortaa"/>
                <a:sym typeface="Comfortaa"/>
              </a:rPr>
              <a:t>:</a:t>
            </a:r>
            <a:r>
              <a:rPr lang="en" sz="1100">
                <a:solidFill>
                  <a:schemeClr val="dk1"/>
                </a:solidFill>
                <a:latin typeface="Comfortaa"/>
                <a:ea typeface="Comfortaa"/>
                <a:cs typeface="Comfortaa"/>
                <a:sym typeface="Comfortaa"/>
              </a:rPr>
              <a:t> Address the severe 59% call and 71% chat failure rates by implementing a cloud-based omnichannel platform with smart routing and callbacks.</a:t>
            </a:r>
            <a:endParaRPr sz="1100">
              <a:solidFill>
                <a:schemeClr val="dk1"/>
              </a:solidFill>
              <a:latin typeface="Comfortaa"/>
              <a:ea typeface="Comfortaa"/>
              <a:cs typeface="Comfortaa"/>
              <a:sym typeface="Comfortaa"/>
            </a:endParaRPr>
          </a:p>
          <a:p>
            <a:pPr indent="0" lvl="0" marL="457200" rtl="0" algn="l">
              <a:lnSpc>
                <a:spcPct val="100000"/>
              </a:lnSpc>
              <a:spcBef>
                <a:spcPts val="1200"/>
              </a:spcBef>
              <a:spcAft>
                <a:spcPts val="0"/>
              </a:spcAft>
              <a:buNone/>
            </a:pPr>
            <a:r>
              <a:t/>
            </a:r>
            <a:endParaRPr sz="1100">
              <a:solidFill>
                <a:schemeClr val="dk1"/>
              </a:solidFill>
              <a:latin typeface="Comfortaa"/>
              <a:ea typeface="Comfortaa"/>
              <a:cs typeface="Comfortaa"/>
              <a:sym typeface="Comfortaa"/>
            </a:endParaRPr>
          </a:p>
          <a:p>
            <a:pPr indent="-298450" lvl="0" marL="457200" rtl="0" algn="l">
              <a:lnSpc>
                <a:spcPct val="100000"/>
              </a:lnSpc>
              <a:spcBef>
                <a:spcPts val="1200"/>
              </a:spcBef>
              <a:spcAft>
                <a:spcPts val="0"/>
              </a:spcAft>
              <a:buSzPts val="1100"/>
              <a:buFont typeface="Comfortaa"/>
              <a:buChar char="●"/>
            </a:pPr>
            <a:r>
              <a:rPr b="1" lang="en" sz="1100">
                <a:solidFill>
                  <a:srgbClr val="1E4E79"/>
                </a:solidFill>
                <a:latin typeface="Comfortaa"/>
                <a:ea typeface="Comfortaa"/>
                <a:cs typeface="Comfortaa"/>
                <a:sym typeface="Comfortaa"/>
              </a:rPr>
              <a:t>Implement Advanced Workforce Management (WFM)</a:t>
            </a:r>
            <a:r>
              <a:rPr lang="en" sz="1100">
                <a:solidFill>
                  <a:srgbClr val="1E4E79"/>
                </a:solidFill>
                <a:latin typeface="Comfortaa"/>
                <a:ea typeface="Comfortaa"/>
                <a:cs typeface="Comfortaa"/>
                <a:sym typeface="Comfortaa"/>
              </a:rPr>
              <a:t>:</a:t>
            </a:r>
            <a:r>
              <a:rPr lang="en" sz="1100">
                <a:solidFill>
                  <a:schemeClr val="dk1"/>
                </a:solidFill>
                <a:latin typeface="Comfortaa"/>
                <a:ea typeface="Comfortaa"/>
                <a:cs typeface="Comfortaa"/>
                <a:sym typeface="Comfortaa"/>
              </a:rPr>
              <a:t> Counter the workload imbalance and agent fatigue caused by the prolonged 6 AM–5 PM peak using data-driven scheduling and dynamic staffing tools. </a:t>
            </a:r>
            <a:endParaRPr sz="1100">
              <a:solidFill>
                <a:schemeClr val="dk1"/>
              </a:solidFill>
              <a:latin typeface="Comfortaa"/>
              <a:ea typeface="Comfortaa"/>
              <a:cs typeface="Comfortaa"/>
              <a:sym typeface="Comfortaa"/>
            </a:endParaRPr>
          </a:p>
          <a:p>
            <a:pPr indent="0" lvl="0" marL="914400" rtl="0" algn="l">
              <a:lnSpc>
                <a:spcPct val="100000"/>
              </a:lnSpc>
              <a:spcBef>
                <a:spcPts val="1200"/>
              </a:spcBef>
              <a:spcAft>
                <a:spcPts val="0"/>
              </a:spcAft>
              <a:buNone/>
            </a:pPr>
            <a:r>
              <a:t/>
            </a:r>
            <a:endParaRPr sz="1100">
              <a:solidFill>
                <a:schemeClr val="dk1"/>
              </a:solidFill>
              <a:latin typeface="Comfortaa"/>
              <a:ea typeface="Comfortaa"/>
              <a:cs typeface="Comfortaa"/>
              <a:sym typeface="Comfortaa"/>
            </a:endParaRPr>
          </a:p>
          <a:p>
            <a:pPr indent="-298450" lvl="0" marL="457200" rtl="0" algn="l">
              <a:lnSpc>
                <a:spcPct val="100000"/>
              </a:lnSpc>
              <a:spcBef>
                <a:spcPts val="1200"/>
              </a:spcBef>
              <a:spcAft>
                <a:spcPts val="0"/>
              </a:spcAft>
              <a:buSzPts val="1100"/>
              <a:buFont typeface="Comfortaa"/>
              <a:buChar char="●"/>
            </a:pPr>
            <a:r>
              <a:rPr b="1" lang="en" sz="1100">
                <a:solidFill>
                  <a:srgbClr val="1E4E79"/>
                </a:solidFill>
                <a:latin typeface="Comfortaa"/>
                <a:ea typeface="Comfortaa"/>
                <a:cs typeface="Comfortaa"/>
                <a:sym typeface="Comfortaa"/>
              </a:rPr>
              <a:t>Introduce Targeted Training Programs:</a:t>
            </a:r>
            <a:r>
              <a:rPr lang="en" sz="1100">
                <a:solidFill>
                  <a:schemeClr val="dk1"/>
                </a:solidFill>
                <a:latin typeface="Comfortaa"/>
                <a:ea typeface="Comfortaa"/>
                <a:cs typeface="Comfortaa"/>
                <a:sym typeface="Comfortaa"/>
              </a:rPr>
              <a:t> Correct the critically low 2.93/8 service rating by providing specialized, regular training focused on communication, technology usage, and engagement skills. </a:t>
            </a:r>
            <a:endParaRPr sz="1100">
              <a:solidFill>
                <a:schemeClr val="dk1"/>
              </a:solidFill>
              <a:latin typeface="Comfortaa"/>
              <a:ea typeface="Comfortaa"/>
              <a:cs typeface="Comfortaa"/>
              <a:sym typeface="Comfortaa"/>
            </a:endParaRPr>
          </a:p>
          <a:p>
            <a:pPr indent="0" lvl="0" marL="914400" marR="0" rtl="0" algn="l">
              <a:lnSpc>
                <a:spcPct val="100000"/>
              </a:lnSpc>
              <a:spcBef>
                <a:spcPts val="1200"/>
              </a:spcBef>
              <a:spcAft>
                <a:spcPts val="0"/>
              </a:spcAft>
              <a:buNone/>
            </a:pPr>
            <a:r>
              <a:t/>
            </a:r>
            <a:endParaRPr>
              <a:solidFill>
                <a:schemeClr val="dk1"/>
              </a:solidFill>
              <a:latin typeface="Comfortaa"/>
              <a:ea typeface="Comfortaa"/>
              <a:cs typeface="Comfortaa"/>
              <a:sym typeface="Comfortaa"/>
            </a:endParaRPr>
          </a:p>
        </p:txBody>
      </p:sp>
      <p:pic>
        <p:nvPicPr>
          <p:cNvPr descr="Infrastructure - Free technology icons" id="246" name="Google Shape;246;p14"/>
          <p:cNvPicPr preferRelativeResize="0"/>
          <p:nvPr/>
        </p:nvPicPr>
        <p:blipFill rotWithShape="1">
          <a:blip r:embed="rId3">
            <a:alphaModFix/>
          </a:blip>
          <a:srcRect b="0" l="0" r="0" t="0"/>
          <a:stretch/>
        </p:blipFill>
        <p:spPr>
          <a:xfrm>
            <a:off x="5161751" y="1115167"/>
            <a:ext cx="2804713" cy="280471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18"/>
          <p:cNvSpPr txBox="1"/>
          <p:nvPr/>
        </p:nvSpPr>
        <p:spPr>
          <a:xfrm>
            <a:off x="431925" y="1032016"/>
            <a:ext cx="4138500" cy="3232500"/>
          </a:xfrm>
          <a:prstGeom prst="rect">
            <a:avLst/>
          </a:prstGeom>
          <a:noFill/>
          <a:ln>
            <a:noFill/>
          </a:ln>
        </p:spPr>
        <p:txBody>
          <a:bodyPr anchorCtr="0" anchor="t" bIns="91425" lIns="91425" spcFirstLastPara="1" rIns="91425" wrap="square" tIns="91425">
            <a:spAutoFit/>
          </a:bodyPr>
          <a:lstStyle/>
          <a:p>
            <a:pPr indent="-298450" lvl="0" marL="457200" marR="0" rtl="0" algn="l">
              <a:lnSpc>
                <a:spcPct val="100000"/>
              </a:lnSpc>
              <a:spcBef>
                <a:spcPts val="0"/>
              </a:spcBef>
              <a:spcAft>
                <a:spcPts val="0"/>
              </a:spcAft>
              <a:buClr>
                <a:schemeClr val="dk1"/>
              </a:buClr>
              <a:buSzPts val="1100"/>
              <a:buFont typeface="Comfortaa"/>
              <a:buChar char="●"/>
            </a:pPr>
            <a:r>
              <a:rPr b="1" lang="en" sz="1100">
                <a:solidFill>
                  <a:srgbClr val="1E4E79"/>
                </a:solidFill>
                <a:latin typeface="Comfortaa"/>
                <a:ea typeface="Comfortaa"/>
                <a:cs typeface="Comfortaa"/>
                <a:sym typeface="Comfortaa"/>
              </a:rPr>
              <a:t>Optimize Channel Strategy for Revenue Growth: </a:t>
            </a:r>
            <a:r>
              <a:rPr lang="en" sz="1100">
                <a:solidFill>
                  <a:schemeClr val="dk1"/>
                </a:solidFill>
                <a:latin typeface="Comfortaa"/>
                <a:ea typeface="Comfortaa"/>
                <a:cs typeface="Comfortaa"/>
                <a:sym typeface="Comfortaa"/>
              </a:rPr>
              <a:t>Since calls generate 79% of total revenue while chats underperform with high failure rates, the strategy must be dual-focused:.</a:t>
            </a:r>
            <a:endParaRPr sz="1100">
              <a:solidFill>
                <a:schemeClr val="dk1"/>
              </a:solidFill>
              <a:latin typeface="Comfortaa"/>
              <a:ea typeface="Comfortaa"/>
              <a:cs typeface="Comfortaa"/>
              <a:sym typeface="Comfortaa"/>
            </a:endParaRPr>
          </a:p>
          <a:p>
            <a:pPr indent="0" lvl="0" marL="457200" marR="0" rtl="0" algn="l">
              <a:lnSpc>
                <a:spcPct val="100000"/>
              </a:lnSpc>
              <a:spcBef>
                <a:spcPts val="0"/>
              </a:spcBef>
              <a:spcAft>
                <a:spcPts val="0"/>
              </a:spcAft>
              <a:buNone/>
            </a:pPr>
            <a:r>
              <a:t/>
            </a:r>
            <a:endParaRPr sz="1100">
              <a:solidFill>
                <a:schemeClr val="dk1"/>
              </a:solidFill>
              <a:latin typeface="Comfortaa"/>
              <a:ea typeface="Comfortaa"/>
              <a:cs typeface="Comfortaa"/>
              <a:sym typeface="Comfortaa"/>
            </a:endParaRPr>
          </a:p>
          <a:p>
            <a:pPr indent="0" lvl="0" marL="457200" marR="0" rtl="0" algn="l">
              <a:lnSpc>
                <a:spcPct val="100000"/>
              </a:lnSpc>
              <a:spcBef>
                <a:spcPts val="0"/>
              </a:spcBef>
              <a:spcAft>
                <a:spcPts val="0"/>
              </a:spcAft>
              <a:buNone/>
            </a:pPr>
            <a:r>
              <a:t/>
            </a:r>
            <a:endParaRPr sz="1100">
              <a:solidFill>
                <a:schemeClr val="dk1"/>
              </a:solidFill>
              <a:latin typeface="Comfortaa"/>
              <a:ea typeface="Comfortaa"/>
              <a:cs typeface="Comfortaa"/>
              <a:sym typeface="Comfortaa"/>
            </a:endParaRPr>
          </a:p>
          <a:p>
            <a:pPr indent="-298450" lvl="0" marL="457200" marR="0" rtl="0" algn="l">
              <a:lnSpc>
                <a:spcPct val="100000"/>
              </a:lnSpc>
              <a:spcBef>
                <a:spcPts val="0"/>
              </a:spcBef>
              <a:spcAft>
                <a:spcPts val="0"/>
              </a:spcAft>
              <a:buClr>
                <a:schemeClr val="dk1"/>
              </a:buClr>
              <a:buSzPts val="1100"/>
              <a:buFont typeface="Comfortaa"/>
              <a:buChar char="●"/>
            </a:pPr>
            <a:r>
              <a:rPr b="1" lang="en" sz="1100">
                <a:solidFill>
                  <a:srgbClr val="1E4E79"/>
                </a:solidFill>
                <a:latin typeface="Comfortaa"/>
                <a:ea typeface="Comfortaa"/>
                <a:cs typeface="Comfortaa"/>
                <a:sym typeface="Comfortaa"/>
              </a:rPr>
              <a:t>Adopt AI-Powered Chatbots and Analytics Tools:</a:t>
            </a:r>
            <a:r>
              <a:rPr lang="en" sz="1100">
                <a:solidFill>
                  <a:schemeClr val="dk1"/>
                </a:solidFill>
                <a:latin typeface="Comfortaa"/>
                <a:ea typeface="Comfortaa"/>
                <a:cs typeface="Comfortaa"/>
                <a:sym typeface="Comfortaa"/>
              </a:rPr>
              <a:t> To combat existing manual inefficiencies in handling both calls and chats, deploy AI for initial customer interactions and sentiment analysis. </a:t>
            </a:r>
            <a:endParaRPr sz="1100">
              <a:solidFill>
                <a:schemeClr val="dk1"/>
              </a:solidFill>
              <a:latin typeface="Comfortaa"/>
              <a:ea typeface="Comfortaa"/>
              <a:cs typeface="Comfortaa"/>
              <a:sym typeface="Comfortaa"/>
            </a:endParaRPr>
          </a:p>
          <a:p>
            <a:pPr indent="0" lvl="0" marL="457200" marR="0" rtl="0" algn="l">
              <a:lnSpc>
                <a:spcPct val="100000"/>
              </a:lnSpc>
              <a:spcBef>
                <a:spcPts val="0"/>
              </a:spcBef>
              <a:spcAft>
                <a:spcPts val="0"/>
              </a:spcAft>
              <a:buNone/>
            </a:pPr>
            <a:r>
              <a:t/>
            </a:r>
            <a:endParaRPr sz="1100">
              <a:solidFill>
                <a:schemeClr val="dk1"/>
              </a:solidFill>
              <a:latin typeface="Comfortaa"/>
              <a:ea typeface="Comfortaa"/>
              <a:cs typeface="Comfortaa"/>
              <a:sym typeface="Comfortaa"/>
            </a:endParaRPr>
          </a:p>
          <a:p>
            <a:pPr indent="0" lvl="0" marL="457200" marR="0" rtl="0" algn="l">
              <a:lnSpc>
                <a:spcPct val="100000"/>
              </a:lnSpc>
              <a:spcBef>
                <a:spcPts val="0"/>
              </a:spcBef>
              <a:spcAft>
                <a:spcPts val="0"/>
              </a:spcAft>
              <a:buNone/>
            </a:pPr>
            <a:r>
              <a:t/>
            </a:r>
            <a:endParaRPr sz="1100">
              <a:solidFill>
                <a:schemeClr val="dk1"/>
              </a:solidFill>
              <a:latin typeface="Comfortaa"/>
              <a:ea typeface="Comfortaa"/>
              <a:cs typeface="Comfortaa"/>
              <a:sym typeface="Comfortaa"/>
            </a:endParaRPr>
          </a:p>
          <a:p>
            <a:pPr indent="-298450" lvl="0" marL="457200" marR="0" rtl="0" algn="l">
              <a:lnSpc>
                <a:spcPct val="100000"/>
              </a:lnSpc>
              <a:spcBef>
                <a:spcPts val="0"/>
              </a:spcBef>
              <a:spcAft>
                <a:spcPts val="0"/>
              </a:spcAft>
              <a:buClr>
                <a:schemeClr val="dk1"/>
              </a:buClr>
              <a:buSzPts val="1100"/>
              <a:buFont typeface="Comfortaa"/>
              <a:buChar char="●"/>
            </a:pPr>
            <a:r>
              <a:rPr b="1" lang="en" sz="1100">
                <a:solidFill>
                  <a:srgbClr val="1E4E79"/>
                </a:solidFill>
                <a:latin typeface="Comfortaa"/>
                <a:ea typeface="Comfortaa"/>
                <a:cs typeface="Comfortaa"/>
                <a:sym typeface="Comfortaa"/>
              </a:rPr>
              <a:t>Implement Performance-Based Incentives: </a:t>
            </a:r>
            <a:r>
              <a:rPr lang="en" sz="1100">
                <a:solidFill>
                  <a:schemeClr val="dk1"/>
                </a:solidFill>
                <a:latin typeface="Comfortaa"/>
                <a:ea typeface="Comfortaa"/>
                <a:cs typeface="Comfortaa"/>
                <a:sym typeface="Comfortaa"/>
              </a:rPr>
              <a:t>Address the critical workload imbalance where the top 10 agents handle 44% of total calls by introducing performance-based incentives tied to customer satisfaction and efficiency metrics. </a:t>
            </a:r>
            <a:endParaRPr sz="1100">
              <a:solidFill>
                <a:schemeClr val="dk1"/>
              </a:solidFill>
              <a:latin typeface="Comfortaa"/>
              <a:ea typeface="Comfortaa"/>
              <a:cs typeface="Comfortaa"/>
              <a:sym typeface="Comfortaa"/>
            </a:endParaRPr>
          </a:p>
        </p:txBody>
      </p:sp>
      <p:sp>
        <p:nvSpPr>
          <p:cNvPr id="252" name="Google Shape;252;p18"/>
          <p:cNvSpPr txBox="1"/>
          <p:nvPr/>
        </p:nvSpPr>
        <p:spPr>
          <a:xfrm>
            <a:off x="34275" y="79200"/>
            <a:ext cx="9072300" cy="487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1" i="0" lang="en" sz="2400" u="none" cap="none" strike="noStrike">
                <a:solidFill>
                  <a:srgbClr val="1E4E79"/>
                </a:solidFill>
                <a:latin typeface="Comfortaa"/>
                <a:ea typeface="Comfortaa"/>
                <a:cs typeface="Comfortaa"/>
                <a:sym typeface="Comfortaa"/>
              </a:rPr>
              <a:t>Strategic Recommendations</a:t>
            </a:r>
            <a:endParaRPr b="1" i="0" sz="2400" u="none" cap="none" strike="noStrike">
              <a:solidFill>
                <a:srgbClr val="1E4E79"/>
              </a:solidFill>
              <a:latin typeface="Comfortaa"/>
              <a:ea typeface="Comfortaa"/>
              <a:cs typeface="Comfortaa"/>
              <a:sym typeface="Comfortaa"/>
            </a:endParaRPr>
          </a:p>
        </p:txBody>
      </p:sp>
      <p:pic>
        <p:nvPicPr>
          <p:cNvPr descr="Top Tools for Artificial Intelligence in 2025" id="253" name="Google Shape;253;p18"/>
          <p:cNvPicPr preferRelativeResize="0"/>
          <p:nvPr/>
        </p:nvPicPr>
        <p:blipFill rotWithShape="1">
          <a:blip r:embed="rId3">
            <a:alphaModFix/>
          </a:blip>
          <a:srcRect b="0" l="0" r="0" t="0"/>
          <a:stretch/>
        </p:blipFill>
        <p:spPr>
          <a:xfrm>
            <a:off x="4570425" y="1032019"/>
            <a:ext cx="4504478" cy="312219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21"/>
          <p:cNvSpPr txBox="1"/>
          <p:nvPr/>
        </p:nvSpPr>
        <p:spPr>
          <a:xfrm>
            <a:off x="4483223" y="1231467"/>
            <a:ext cx="4220023" cy="1908184"/>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Comfortaa"/>
              <a:ea typeface="Comfortaa"/>
              <a:cs typeface="Comfortaa"/>
              <a:sym typeface="Comfortaa"/>
            </a:endParaRPr>
          </a:p>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Comfortaa"/>
                <a:ea typeface="Comfortaa"/>
                <a:cs typeface="Comfortaa"/>
                <a:sym typeface="Comfortaa"/>
              </a:rPr>
              <a:t>📈 Higher customer satisfaction</a:t>
            </a:r>
            <a:endParaRPr b="1" i="0" sz="1400" u="none" cap="none" strike="noStrike">
              <a:solidFill>
                <a:schemeClr val="dk1"/>
              </a:solidFill>
              <a:latin typeface="Comfortaa"/>
              <a:ea typeface="Comfortaa"/>
              <a:cs typeface="Comfortaa"/>
              <a:sym typeface="Comfortaa"/>
            </a:endParaRPr>
          </a:p>
          <a:p>
            <a:pPr indent="0" lvl="0" marL="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Comfortaa"/>
              <a:ea typeface="Comfortaa"/>
              <a:cs typeface="Comfortaa"/>
              <a:sym typeface="Comfortaa"/>
            </a:endParaRPr>
          </a:p>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Comfortaa"/>
                <a:ea typeface="Comfortaa"/>
                <a:cs typeface="Comfortaa"/>
                <a:sym typeface="Comfortaa"/>
              </a:rPr>
              <a:t>⚙️ Increased operational efficiency</a:t>
            </a:r>
            <a:endParaRPr b="1" i="0" sz="1400" u="none" cap="none" strike="noStrike">
              <a:solidFill>
                <a:schemeClr val="dk1"/>
              </a:solidFill>
              <a:latin typeface="Comfortaa"/>
              <a:ea typeface="Comfortaa"/>
              <a:cs typeface="Comfortaa"/>
              <a:sym typeface="Comfortaa"/>
            </a:endParaRPr>
          </a:p>
          <a:p>
            <a:pPr indent="0" lvl="0" marL="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Comfortaa"/>
              <a:ea typeface="Comfortaa"/>
              <a:cs typeface="Comfortaa"/>
              <a:sym typeface="Comfortaa"/>
            </a:endParaRPr>
          </a:p>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Comfortaa"/>
                <a:ea typeface="Comfortaa"/>
                <a:cs typeface="Comfortaa"/>
                <a:sym typeface="Comfortaa"/>
              </a:rPr>
              <a:t>💰 Boosted profitability</a:t>
            </a:r>
            <a:endParaRPr b="1" i="0" sz="1400" u="none" cap="none" strike="noStrike">
              <a:solidFill>
                <a:schemeClr val="dk1"/>
              </a:solidFill>
              <a:latin typeface="Comfortaa"/>
              <a:ea typeface="Comfortaa"/>
              <a:cs typeface="Comfortaa"/>
              <a:sym typeface="Comfortaa"/>
            </a:endParaRPr>
          </a:p>
          <a:p>
            <a:pPr indent="0" lvl="0" marL="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Comfortaa"/>
              <a:ea typeface="Comfortaa"/>
              <a:cs typeface="Comfortaa"/>
              <a:sym typeface="Comfortaa"/>
            </a:endParaRPr>
          </a:p>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Comfortaa"/>
                <a:ea typeface="Comfortaa"/>
                <a:cs typeface="Comfortaa"/>
                <a:sym typeface="Comfortaa"/>
              </a:rPr>
              <a:t>🛅 Improved employee retention</a:t>
            </a:r>
            <a:endParaRPr b="1" i="0" sz="1400" u="none" cap="none" strike="noStrike">
              <a:solidFill>
                <a:schemeClr val="dk1"/>
              </a:solidFill>
              <a:latin typeface="Comfortaa"/>
              <a:ea typeface="Comfortaa"/>
              <a:cs typeface="Comfortaa"/>
              <a:sym typeface="Comfortaa"/>
            </a:endParaRPr>
          </a:p>
        </p:txBody>
      </p:sp>
      <p:sp>
        <p:nvSpPr>
          <p:cNvPr id="259" name="Google Shape;259;p21"/>
          <p:cNvSpPr txBox="1"/>
          <p:nvPr/>
        </p:nvSpPr>
        <p:spPr>
          <a:xfrm>
            <a:off x="34275" y="79200"/>
            <a:ext cx="9072300" cy="487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None/>
            </a:pPr>
            <a:r>
              <a:rPr b="1" i="0" lang="en" sz="2400" u="none" cap="none" strike="noStrike">
                <a:solidFill>
                  <a:srgbClr val="1E4E79"/>
                </a:solidFill>
                <a:latin typeface="Comfortaa"/>
                <a:ea typeface="Comfortaa"/>
                <a:cs typeface="Comfortaa"/>
                <a:sym typeface="Comfortaa"/>
              </a:rPr>
              <a:t>Overall Expected Impact</a:t>
            </a:r>
            <a:endParaRPr b="1" i="0" sz="2400" u="none" cap="none" strike="noStrike">
              <a:solidFill>
                <a:srgbClr val="1E4E79"/>
              </a:solidFill>
              <a:latin typeface="Comfortaa"/>
              <a:ea typeface="Comfortaa"/>
              <a:cs typeface="Comfortaa"/>
              <a:sym typeface="Comfortaa"/>
            </a:endParaRPr>
          </a:p>
        </p:txBody>
      </p:sp>
      <p:pic>
        <p:nvPicPr>
          <p:cNvPr descr="25+ Thousand Impact Logo Royalty-Free Images, Stock Photos &amp; Pictures |  Shutterstock" id="260" name="Google Shape;260;p21"/>
          <p:cNvPicPr preferRelativeResize="0"/>
          <p:nvPr/>
        </p:nvPicPr>
        <p:blipFill rotWithShape="1">
          <a:blip r:embed="rId3">
            <a:alphaModFix/>
          </a:blip>
          <a:srcRect b="16012" l="-1" r="1622" t="0"/>
          <a:stretch/>
        </p:blipFill>
        <p:spPr>
          <a:xfrm>
            <a:off x="451605" y="966895"/>
            <a:ext cx="2725771" cy="2506097"/>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CE7F0"/>
        </a:solidFill>
      </p:bgPr>
    </p:bg>
    <p:spTree>
      <p:nvGrpSpPr>
        <p:cNvPr id="264" name="Shape 264"/>
        <p:cNvGrpSpPr/>
        <p:nvPr/>
      </p:nvGrpSpPr>
      <p:grpSpPr>
        <a:xfrm>
          <a:off x="0" y="0"/>
          <a:ext cx="0" cy="0"/>
          <a:chOff x="0" y="0"/>
          <a:chExt cx="0" cy="0"/>
        </a:xfrm>
      </p:grpSpPr>
      <p:pic>
        <p:nvPicPr>
          <p:cNvPr id="265" name="Google Shape;265;p22"/>
          <p:cNvPicPr preferRelativeResize="0"/>
          <p:nvPr/>
        </p:nvPicPr>
        <p:blipFill rotWithShape="1">
          <a:blip r:embed="rId3">
            <a:alphaModFix/>
          </a:blip>
          <a:srcRect b="0" l="0" r="0" t="0"/>
          <a:stretch/>
        </p:blipFill>
        <p:spPr>
          <a:xfrm>
            <a:off x="0" y="444500"/>
            <a:ext cx="9144003" cy="3942299"/>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23"/>
          <p:cNvSpPr txBox="1"/>
          <p:nvPr/>
        </p:nvSpPr>
        <p:spPr>
          <a:xfrm>
            <a:off x="730841" y="1231343"/>
            <a:ext cx="7551387" cy="2281531"/>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1" i="0" lang="en" sz="1300" u="none" cap="none" strike="noStrike">
                <a:solidFill>
                  <a:schemeClr val="dk1"/>
                </a:solidFill>
                <a:latin typeface="Comfortaa"/>
                <a:ea typeface="Comfortaa"/>
                <a:cs typeface="Comfortaa"/>
                <a:sym typeface="Comfortaa"/>
              </a:rPr>
              <a:t>Summary of Findings</a:t>
            </a:r>
            <a:endParaRPr b="1" i="0" sz="1300" u="none" cap="none" strike="noStrike">
              <a:solidFill>
                <a:schemeClr val="dk1"/>
              </a:solidFill>
              <a:latin typeface="Comfortaa"/>
              <a:ea typeface="Comfortaa"/>
              <a:cs typeface="Comfortaa"/>
              <a:sym typeface="Comfortaa"/>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Medium"/>
                <a:ea typeface="Comfortaa Medium"/>
                <a:cs typeface="Comfortaa Medium"/>
                <a:sym typeface="Comfortaa Medium"/>
              </a:rPr>
              <a:t>High system failure rates and workload imbalances were key operational challenges.</a:t>
            </a:r>
            <a:endParaRPr b="0" i="0" sz="1200" u="none" cap="none" strike="noStrike">
              <a:solidFill>
                <a:schemeClr val="dk1"/>
              </a:solidFill>
              <a:latin typeface="Comfortaa Medium"/>
              <a:ea typeface="Comfortaa Medium"/>
              <a:cs typeface="Comfortaa Medium"/>
              <a:sym typeface="Comfortaa Medium"/>
            </a:endParaRPr>
          </a:p>
          <a:p>
            <a:pPr indent="-95250" lvl="0" marL="6286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Medium"/>
                <a:ea typeface="Comfortaa Medium"/>
                <a:cs typeface="Comfortaa Medium"/>
                <a:sym typeface="Comfortaa Medium"/>
              </a:rPr>
              <a:t>Average customer satisfaction (2.93/8) indicates an urgent need for service quality improvement.</a:t>
            </a:r>
            <a:endParaRPr b="0" i="0" sz="1200" u="none" cap="none" strike="noStrike">
              <a:solidFill>
                <a:schemeClr val="dk1"/>
              </a:solidFill>
              <a:latin typeface="Comfortaa Medium"/>
              <a:ea typeface="Comfortaa Medium"/>
              <a:cs typeface="Comfortaa Medium"/>
              <a:sym typeface="Comfortaa Medium"/>
            </a:endParaRPr>
          </a:p>
          <a:p>
            <a:pPr indent="-95250" lvl="0" marL="6286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Medium"/>
                <a:ea typeface="Comfortaa Medium"/>
                <a:cs typeface="Comfortaa Medium"/>
                <a:sym typeface="Comfortaa Medium"/>
              </a:rPr>
              <a:t>Calls remain the primary revenue driver (79%), but chat performance lags behind.</a:t>
            </a:r>
            <a:endParaRPr b="0" i="0" sz="1200" u="none" cap="none" strike="noStrike">
              <a:solidFill>
                <a:schemeClr val="dk1"/>
              </a:solidFill>
              <a:latin typeface="Comfortaa Medium"/>
              <a:ea typeface="Comfortaa Medium"/>
              <a:cs typeface="Comfortaa Medium"/>
              <a:sym typeface="Comfortaa Medium"/>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p:txBody>
      </p:sp>
      <p:sp>
        <p:nvSpPr>
          <p:cNvPr id="271" name="Google Shape;271;p23"/>
          <p:cNvSpPr txBox="1"/>
          <p:nvPr/>
        </p:nvSpPr>
        <p:spPr>
          <a:xfrm>
            <a:off x="108175" y="76350"/>
            <a:ext cx="8897700" cy="562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chemeClr val="dk1"/>
              </a:buClr>
              <a:buSzPts val="1100"/>
              <a:buFont typeface="Arial"/>
              <a:buNone/>
            </a:pPr>
            <a:r>
              <a:rPr b="1" i="0" lang="en" sz="2400" u="none" cap="none" strike="noStrike">
                <a:solidFill>
                  <a:srgbClr val="1E4E79"/>
                </a:solidFill>
                <a:latin typeface="Comfortaa"/>
                <a:ea typeface="Comfortaa"/>
                <a:cs typeface="Comfortaa"/>
                <a:sym typeface="Comfortaa"/>
              </a:rPr>
              <a:t>Conclusion</a:t>
            </a:r>
            <a:endParaRPr b="1" i="0" sz="2400" u="none" cap="none" strike="noStrike">
              <a:solidFill>
                <a:srgbClr val="1E4E79"/>
              </a:solidFill>
              <a:latin typeface="Lato"/>
              <a:ea typeface="Lato"/>
              <a:cs typeface="Lato"/>
              <a:sym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24"/>
          <p:cNvSpPr txBox="1"/>
          <p:nvPr/>
        </p:nvSpPr>
        <p:spPr>
          <a:xfrm>
            <a:off x="739225" y="1323441"/>
            <a:ext cx="7635600" cy="2505197"/>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Comfortaa"/>
                <a:ea typeface="Comfortaa"/>
                <a:cs typeface="Comfortaa"/>
                <a:sym typeface="Comfortaa"/>
              </a:rPr>
              <a:t>Strategic Takeaways</a:t>
            </a:r>
            <a:endParaRPr b="1" i="0" sz="1400" u="none" cap="none" strike="noStrike">
              <a:solidFill>
                <a:schemeClr val="dk1"/>
              </a:solidFill>
              <a:latin typeface="Comfortaa"/>
              <a:ea typeface="Comfortaa"/>
              <a:cs typeface="Comfortaa"/>
              <a:sym typeface="Comfortaa"/>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Medium"/>
                <a:ea typeface="Comfortaa Medium"/>
                <a:cs typeface="Comfortaa Medium"/>
                <a:sym typeface="Comfortaa Medium"/>
              </a:rPr>
              <a:t>Technology upgrade is essential to fix foundational inefficiencies.</a:t>
            </a:r>
            <a:endParaRPr b="0" i="0" sz="1200" u="none" cap="none" strike="noStrike">
              <a:solidFill>
                <a:schemeClr val="dk1"/>
              </a:solidFill>
              <a:latin typeface="Comfortaa Medium"/>
              <a:ea typeface="Comfortaa Medium"/>
              <a:cs typeface="Comfortaa Medium"/>
              <a:sym typeface="Comfortaa Medium"/>
            </a:endParaRPr>
          </a:p>
          <a:p>
            <a:pPr indent="-95250" lvl="0" marL="6286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Medium"/>
                <a:ea typeface="Comfortaa Medium"/>
                <a:cs typeface="Comfortaa Medium"/>
                <a:sym typeface="Comfortaa Medium"/>
              </a:rPr>
              <a:t>Training and AI integration will empower agents to deliver consistent, high-quality service.</a:t>
            </a:r>
            <a:endParaRPr b="0" i="0" sz="1200" u="none" cap="none" strike="noStrike">
              <a:solidFill>
                <a:schemeClr val="dk1"/>
              </a:solidFill>
              <a:latin typeface="Comfortaa Medium"/>
              <a:ea typeface="Comfortaa Medium"/>
              <a:cs typeface="Comfortaa Medium"/>
              <a:sym typeface="Comfortaa Medium"/>
            </a:endParaRPr>
          </a:p>
          <a:p>
            <a:pPr indent="-95250" lvl="0" marL="6286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Medium"/>
                <a:ea typeface="Comfortaa Medium"/>
                <a:cs typeface="Comfortaa Medium"/>
                <a:sym typeface="Comfortaa Medium"/>
              </a:rPr>
              <a:t>Data-driven workforce management ensures optimal performance during peak hours.</a:t>
            </a:r>
            <a:endParaRPr b="0" i="0" sz="1200" u="none" cap="none" strike="noStrike">
              <a:solidFill>
                <a:schemeClr val="dk1"/>
              </a:solidFill>
              <a:latin typeface="Comfortaa Medium"/>
              <a:ea typeface="Comfortaa Medium"/>
              <a:cs typeface="Comfortaa Medium"/>
              <a:sym typeface="Comfortaa Medium"/>
            </a:endParaRPr>
          </a:p>
          <a:p>
            <a:pPr indent="-95250" lvl="0" marL="62865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Comfortaa Medium"/>
                <a:ea typeface="Comfortaa Medium"/>
                <a:cs typeface="Comfortaa Medium"/>
                <a:sym typeface="Comfortaa Medium"/>
              </a:rPr>
              <a:t>Incentive-based motivation will balance workloads and enhance productivity.</a:t>
            </a:r>
            <a:endParaRPr b="0" i="0" sz="1200" u="none" cap="none" strike="noStrike">
              <a:solidFill>
                <a:schemeClr val="dk1"/>
              </a:solidFill>
              <a:latin typeface="Comfortaa Medium"/>
              <a:ea typeface="Comfortaa Medium"/>
              <a:cs typeface="Comfortaa Medium"/>
              <a:sym typeface="Comfortaa Medium"/>
            </a:endParaRPr>
          </a:p>
        </p:txBody>
      </p:sp>
      <p:sp>
        <p:nvSpPr>
          <p:cNvPr id="277" name="Google Shape;277;p24"/>
          <p:cNvSpPr txBox="1"/>
          <p:nvPr/>
        </p:nvSpPr>
        <p:spPr>
          <a:xfrm>
            <a:off x="108175" y="76350"/>
            <a:ext cx="8897700" cy="562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chemeClr val="dk1"/>
              </a:buClr>
              <a:buSzPts val="1100"/>
              <a:buFont typeface="Arial"/>
              <a:buNone/>
            </a:pPr>
            <a:r>
              <a:rPr b="1" i="0" lang="en" sz="2400" u="none" cap="none" strike="noStrike">
                <a:solidFill>
                  <a:srgbClr val="1E4E79"/>
                </a:solidFill>
                <a:latin typeface="Comfortaa"/>
                <a:ea typeface="Comfortaa"/>
                <a:cs typeface="Comfortaa"/>
                <a:sym typeface="Comfortaa"/>
              </a:rPr>
              <a:t>Conclusion</a:t>
            </a:r>
            <a:endParaRPr b="1" i="0" sz="2400" u="none" cap="none" strike="noStrike">
              <a:solidFill>
                <a:srgbClr val="1E4E79"/>
              </a:solidFill>
              <a:latin typeface="Lato"/>
              <a:ea typeface="Lato"/>
              <a:cs typeface="Lato"/>
              <a:sym typeface="Lato"/>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25"/>
          <p:cNvSpPr txBox="1"/>
          <p:nvPr/>
        </p:nvSpPr>
        <p:spPr>
          <a:xfrm>
            <a:off x="796625" y="955050"/>
            <a:ext cx="7635600" cy="3902700"/>
          </a:xfrm>
          <a:prstGeom prst="rect">
            <a:avLst/>
          </a:prstGeom>
          <a:noFill/>
          <a:ln>
            <a:noFill/>
          </a:ln>
        </p:spPr>
        <p:txBody>
          <a:bodyPr anchorCtr="0" anchor="t" bIns="91425" lIns="91425" spcFirstLastPara="1" rIns="91425" wrap="square" tIns="91425">
            <a:noAutofit/>
          </a:bodyPr>
          <a:lstStyle/>
          <a:p>
            <a:pPr indent="0" lvl="0" marL="45720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0" lvl="0" marL="0" marR="0" rtl="0" algn="ctr">
              <a:lnSpc>
                <a:spcPct val="100000"/>
              </a:lnSpc>
              <a:spcBef>
                <a:spcPts val="0"/>
              </a:spcBef>
              <a:spcAft>
                <a:spcPts val="0"/>
              </a:spcAft>
              <a:buClr>
                <a:srgbClr val="000000"/>
              </a:buClr>
              <a:buSzPts val="1500"/>
              <a:buFont typeface="Arial"/>
              <a:buNone/>
            </a:pPr>
            <a:r>
              <a:t/>
            </a:r>
            <a:endParaRPr b="1" i="0" sz="1500" u="none" cap="none" strike="noStrike">
              <a:solidFill>
                <a:schemeClr val="dk1"/>
              </a:solidFill>
              <a:latin typeface="Comfortaa"/>
              <a:ea typeface="Comfortaa"/>
              <a:cs typeface="Comfortaa"/>
              <a:sym typeface="Comfortaa"/>
            </a:endParaRPr>
          </a:p>
          <a:p>
            <a:pPr indent="45720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Comfortaa Medium"/>
                <a:ea typeface="Comfortaa Medium"/>
                <a:cs typeface="Comfortaa Medium"/>
                <a:sym typeface="Comfortaa Medium"/>
              </a:rPr>
              <a:t>By implementing these strategic actions, AstroSage’s call center can:</a:t>
            </a:r>
            <a:endParaRPr b="0" i="0" sz="1200" u="none" cap="none" strike="noStrike">
              <a:solidFill>
                <a:schemeClr val="dk1"/>
              </a:solidFill>
              <a:latin typeface="Comfortaa Medium"/>
              <a:ea typeface="Comfortaa Medium"/>
              <a:cs typeface="Comfortaa Medium"/>
              <a:sym typeface="Comfortaa Medium"/>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0" lvl="0" marL="45720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Comfortaa Medium"/>
                <a:ea typeface="Comfortaa Medium"/>
                <a:cs typeface="Comfortaa Medium"/>
                <a:sym typeface="Comfortaa Medium"/>
              </a:rPr>
              <a:t>🚀 Achieve higher customer satisfaction and loyalty.</a:t>
            </a:r>
            <a:endParaRPr b="0" i="0" sz="1200" u="none" cap="none" strike="noStrike">
              <a:solidFill>
                <a:schemeClr val="dk1"/>
              </a:solidFill>
              <a:latin typeface="Comfortaa Medium"/>
              <a:ea typeface="Comfortaa Medium"/>
              <a:cs typeface="Comfortaa Medium"/>
              <a:sym typeface="Comfortaa Medium"/>
            </a:endParaRPr>
          </a:p>
          <a:p>
            <a:pPr indent="0" lvl="0" marL="45720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0" lvl="0" marL="45720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Comfortaa Medium"/>
                <a:ea typeface="Comfortaa Medium"/>
                <a:cs typeface="Comfortaa Medium"/>
                <a:sym typeface="Comfortaa Medium"/>
              </a:rPr>
              <a:t>⚙️ Operate more efficiently with smarter scheduling and automation.</a:t>
            </a:r>
            <a:endParaRPr b="0" i="0" sz="1200" u="none" cap="none" strike="noStrike">
              <a:solidFill>
                <a:schemeClr val="dk1"/>
              </a:solidFill>
              <a:latin typeface="Comfortaa Medium"/>
              <a:ea typeface="Comfortaa Medium"/>
              <a:cs typeface="Comfortaa Medium"/>
              <a:sym typeface="Comfortaa Medium"/>
            </a:endParaRPr>
          </a:p>
          <a:p>
            <a:pPr indent="0" lvl="0" marL="45720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0" lvl="0" marL="45720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Comfortaa Medium"/>
                <a:ea typeface="Comfortaa Medium"/>
                <a:cs typeface="Comfortaa Medium"/>
                <a:sym typeface="Comfortaa Medium"/>
              </a:rPr>
              <a:t>💰 Boost profitability through improved completion rates and revenue optimization.</a:t>
            </a:r>
            <a:endParaRPr b="0" i="0" sz="1200" u="none" cap="none" strike="noStrike">
              <a:solidFill>
                <a:schemeClr val="dk1"/>
              </a:solidFill>
              <a:latin typeface="Comfortaa Medium"/>
              <a:ea typeface="Comfortaa Medium"/>
              <a:cs typeface="Comfortaa Medium"/>
              <a:sym typeface="Comfortaa Medium"/>
            </a:endParaRPr>
          </a:p>
          <a:p>
            <a:pPr indent="0" lvl="0" marL="45720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omfortaa Medium"/>
              <a:ea typeface="Comfortaa Medium"/>
              <a:cs typeface="Comfortaa Medium"/>
              <a:sym typeface="Comfortaa Medium"/>
            </a:endParaRPr>
          </a:p>
          <a:p>
            <a:pPr indent="0" lvl="0" marL="45720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Comfortaa Medium"/>
                <a:ea typeface="Comfortaa Medium"/>
                <a:cs typeface="Comfortaa Medium"/>
                <a:sym typeface="Comfortaa Medium"/>
              </a:rPr>
              <a:t>👥 Foster a motivated and balanced team culture focused on quality service.</a:t>
            </a:r>
            <a:endParaRPr b="0" i="0" sz="1200" u="none" cap="none" strike="noStrike">
              <a:solidFill>
                <a:schemeClr val="dk1"/>
              </a:solidFill>
              <a:latin typeface="Comfortaa Medium"/>
              <a:ea typeface="Comfortaa Medium"/>
              <a:cs typeface="Comfortaa Medium"/>
              <a:sym typeface="Comfortaa Medium"/>
            </a:endParaRPr>
          </a:p>
        </p:txBody>
      </p:sp>
      <p:sp>
        <p:nvSpPr>
          <p:cNvPr id="283" name="Google Shape;283;p25"/>
          <p:cNvSpPr txBox="1"/>
          <p:nvPr/>
        </p:nvSpPr>
        <p:spPr>
          <a:xfrm>
            <a:off x="108175" y="76350"/>
            <a:ext cx="8897700" cy="562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None/>
            </a:pPr>
            <a:r>
              <a:rPr b="1" i="0" lang="en" sz="2400" u="none" cap="none" strike="noStrike">
                <a:solidFill>
                  <a:srgbClr val="1E4E79"/>
                </a:solidFill>
                <a:latin typeface="Comfortaa"/>
                <a:ea typeface="Comfortaa"/>
                <a:cs typeface="Comfortaa"/>
                <a:sym typeface="Comfortaa"/>
              </a:rPr>
              <a:t>Final Outlook</a:t>
            </a:r>
            <a:endParaRPr/>
          </a:p>
          <a:p>
            <a:pPr indent="0" lvl="0" marL="0" marR="0" rtl="0" algn="ctr">
              <a:lnSpc>
                <a:spcPct val="100000"/>
              </a:lnSpc>
              <a:spcBef>
                <a:spcPts val="0"/>
              </a:spcBef>
              <a:spcAft>
                <a:spcPts val="0"/>
              </a:spcAft>
              <a:buClr>
                <a:srgbClr val="000000"/>
              </a:buClr>
              <a:buSzPts val="2400"/>
              <a:buFont typeface="Arial"/>
              <a:buNone/>
            </a:pPr>
            <a:r>
              <a:t/>
            </a:r>
            <a:endParaRPr b="1" i="0" sz="2400" u="none" cap="none" strike="noStrike">
              <a:solidFill>
                <a:srgbClr val="1E4E79"/>
              </a:solidFill>
              <a:latin typeface="Lato"/>
              <a:ea typeface="Lato"/>
              <a:cs typeface="Lato"/>
              <a:sym typeface="La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pic>
        <p:nvPicPr>
          <p:cNvPr id="288" name="Google Shape;288;p26"/>
          <p:cNvPicPr preferRelativeResize="0"/>
          <p:nvPr/>
        </p:nvPicPr>
        <p:blipFill rotWithShape="1">
          <a:blip r:embed="rId3">
            <a:alphaModFix/>
          </a:blip>
          <a:srcRect b="0" l="0" r="0" t="0"/>
          <a:stretch/>
        </p:blipFill>
        <p:spPr>
          <a:xfrm>
            <a:off x="3552345" y="519969"/>
            <a:ext cx="5591655" cy="4603796"/>
          </a:xfrm>
          <a:prstGeom prst="rect">
            <a:avLst/>
          </a:prstGeom>
          <a:noFill/>
          <a:ln>
            <a:noFill/>
          </a:ln>
        </p:spPr>
      </p:pic>
      <p:sp>
        <p:nvSpPr>
          <p:cNvPr id="289" name="Google Shape;289;p26"/>
          <p:cNvSpPr txBox="1"/>
          <p:nvPr/>
        </p:nvSpPr>
        <p:spPr>
          <a:xfrm>
            <a:off x="289450" y="870160"/>
            <a:ext cx="6010638" cy="2372999"/>
          </a:xfrm>
          <a:prstGeom prst="rect">
            <a:avLst/>
          </a:prstGeom>
          <a:noFill/>
          <a:ln>
            <a:noFill/>
          </a:ln>
        </p:spPr>
        <p:txBody>
          <a:bodyPr anchorCtr="0" anchor="t" bIns="91425" lIns="91425" spcFirstLastPara="1" rIns="91425" wrap="square" tIns="91425">
            <a:noAutofit/>
          </a:bodyPr>
          <a:lstStyle/>
          <a:p>
            <a:pPr indent="-317500" lvl="0" marL="457200" marR="0" rtl="0" algn="l">
              <a:lnSpc>
                <a:spcPct val="100000"/>
              </a:lnSpc>
              <a:spcBef>
                <a:spcPts val="0"/>
              </a:spcBef>
              <a:spcAft>
                <a:spcPts val="0"/>
              </a:spcAft>
              <a:buClr>
                <a:schemeClr val="dk1"/>
              </a:buClr>
              <a:buSzPts val="1400"/>
              <a:buFont typeface="Comfortaa SemiBold"/>
              <a:buChar char="❖"/>
            </a:pPr>
            <a:r>
              <a:rPr b="1" i="0" lang="en" sz="1400" u="none" cap="none" strike="noStrike">
                <a:solidFill>
                  <a:schemeClr val="dk1"/>
                </a:solidFill>
                <a:latin typeface="Comfortaa SemiBold"/>
                <a:ea typeface="Comfortaa SemiBold"/>
                <a:cs typeface="Comfortaa SemiBold"/>
                <a:sym typeface="Comfortaa SemiBold"/>
              </a:rPr>
              <a:t>Newton School – Learning resources and guidance</a:t>
            </a:r>
            <a:endParaRPr b="1" i="0" sz="1400" u="none" cap="none" strike="noStrike">
              <a:solidFill>
                <a:schemeClr val="dk1"/>
              </a:solidFill>
              <a:latin typeface="Comfortaa SemiBold"/>
              <a:ea typeface="Comfortaa SemiBold"/>
              <a:cs typeface="Comfortaa SemiBold"/>
              <a:sym typeface="Comfortaa SemiBold"/>
            </a:endParaRPr>
          </a:p>
          <a:p>
            <a:pPr indent="0" lvl="0" marL="45720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Comfortaa SemiBold"/>
              <a:ea typeface="Comfortaa SemiBold"/>
              <a:cs typeface="Comfortaa SemiBold"/>
              <a:sym typeface="Comfortaa SemiBold"/>
            </a:endParaRPr>
          </a:p>
          <a:p>
            <a:pPr indent="-317500" lvl="0" marL="457200" marR="0" rtl="0" algn="l">
              <a:lnSpc>
                <a:spcPct val="100000"/>
              </a:lnSpc>
              <a:spcBef>
                <a:spcPts val="0"/>
              </a:spcBef>
              <a:spcAft>
                <a:spcPts val="0"/>
              </a:spcAft>
              <a:buClr>
                <a:schemeClr val="dk1"/>
              </a:buClr>
              <a:buSzPts val="1400"/>
              <a:buFont typeface="Comfortaa SemiBold"/>
              <a:buChar char="❖"/>
            </a:pPr>
            <a:r>
              <a:rPr b="1" i="0" lang="en" sz="1400" u="none" cap="none" strike="noStrike">
                <a:solidFill>
                  <a:schemeClr val="dk1"/>
                </a:solidFill>
                <a:latin typeface="Comfortaa SemiBold"/>
                <a:ea typeface="Comfortaa SemiBold"/>
                <a:cs typeface="Comfortaa SemiBold"/>
                <a:sym typeface="Comfortaa SemiBold"/>
              </a:rPr>
              <a:t>Raw Data – Dataset used for analysis</a:t>
            </a:r>
            <a:endParaRPr b="1" i="0" sz="1400" u="none" cap="none" strike="noStrike">
              <a:solidFill>
                <a:schemeClr val="dk1"/>
              </a:solidFill>
              <a:latin typeface="Comfortaa SemiBold"/>
              <a:ea typeface="Comfortaa SemiBold"/>
              <a:cs typeface="Comfortaa SemiBold"/>
              <a:sym typeface="Comfortaa SemiBold"/>
            </a:endParaRPr>
          </a:p>
          <a:p>
            <a:pPr indent="0" lvl="0" marL="45720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Comfortaa SemiBold"/>
              <a:ea typeface="Comfortaa SemiBold"/>
              <a:cs typeface="Comfortaa SemiBold"/>
              <a:sym typeface="Comfortaa SemiBold"/>
            </a:endParaRPr>
          </a:p>
          <a:p>
            <a:pPr indent="-317500" lvl="0" marL="457200" marR="0" rtl="0" algn="l">
              <a:lnSpc>
                <a:spcPct val="100000"/>
              </a:lnSpc>
              <a:spcBef>
                <a:spcPts val="0"/>
              </a:spcBef>
              <a:spcAft>
                <a:spcPts val="0"/>
              </a:spcAft>
              <a:buClr>
                <a:schemeClr val="dk1"/>
              </a:buClr>
              <a:buSzPts val="1400"/>
              <a:buFont typeface="Comfortaa SemiBold"/>
              <a:buChar char="❖"/>
            </a:pPr>
            <a:r>
              <a:rPr b="1" i="0" lang="en" sz="1400" u="none" cap="none" strike="noStrike">
                <a:solidFill>
                  <a:schemeClr val="dk1"/>
                </a:solidFill>
                <a:latin typeface="Comfortaa SemiBold"/>
                <a:ea typeface="Comfortaa SemiBold"/>
                <a:cs typeface="Comfortaa SemiBold"/>
                <a:sym typeface="Comfortaa SemiBold"/>
              </a:rPr>
              <a:t> AstroSage Website – www.astrosage.com</a:t>
            </a:r>
            <a:endParaRPr b="1" i="0" sz="1400" u="none" cap="none" strike="noStrike">
              <a:solidFill>
                <a:schemeClr val="dk1"/>
              </a:solidFill>
              <a:latin typeface="Comfortaa SemiBold"/>
              <a:ea typeface="Comfortaa SemiBold"/>
              <a:cs typeface="Comfortaa SemiBold"/>
              <a:sym typeface="Comfortaa SemiBold"/>
            </a:endParaRPr>
          </a:p>
          <a:p>
            <a:pPr indent="0" lvl="0" marL="45720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Comfortaa SemiBold"/>
              <a:ea typeface="Comfortaa SemiBold"/>
              <a:cs typeface="Comfortaa SemiBold"/>
              <a:sym typeface="Comfortaa SemiBold"/>
            </a:endParaRPr>
          </a:p>
          <a:p>
            <a:pPr indent="-317500" lvl="0" marL="457200" marR="0" rtl="0" algn="l">
              <a:lnSpc>
                <a:spcPct val="100000"/>
              </a:lnSpc>
              <a:spcBef>
                <a:spcPts val="0"/>
              </a:spcBef>
              <a:spcAft>
                <a:spcPts val="0"/>
              </a:spcAft>
              <a:buClr>
                <a:schemeClr val="dk1"/>
              </a:buClr>
              <a:buSzPts val="1400"/>
              <a:buFont typeface="Comfortaa SemiBold"/>
              <a:buChar char="❖"/>
            </a:pPr>
            <a:r>
              <a:rPr b="1" i="0" lang="en" sz="1400" u="none" cap="none" strike="noStrike">
                <a:solidFill>
                  <a:schemeClr val="dk1"/>
                </a:solidFill>
                <a:latin typeface="Comfortaa SemiBold"/>
                <a:ea typeface="Comfortaa SemiBold"/>
                <a:cs typeface="Comfortaa SemiBold"/>
                <a:sym typeface="Comfortaa SemiBold"/>
              </a:rPr>
              <a:t> ChatGPT – AI-based assistance and explanations</a:t>
            </a:r>
            <a:endParaRPr b="1" i="0" sz="1400" u="none" cap="none" strike="noStrike">
              <a:solidFill>
                <a:schemeClr val="dk1"/>
              </a:solidFill>
              <a:latin typeface="Comfortaa SemiBold"/>
              <a:ea typeface="Comfortaa SemiBold"/>
              <a:cs typeface="Comfortaa SemiBold"/>
              <a:sym typeface="Comfortaa SemiBo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pic>
        <p:nvPicPr>
          <p:cNvPr id="294" name="Google Shape;294;p27"/>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95" name="Google Shape;295;p27"/>
          <p:cNvSpPr txBox="1"/>
          <p:nvPr/>
        </p:nvSpPr>
        <p:spPr>
          <a:xfrm>
            <a:off x="2303450" y="4129650"/>
            <a:ext cx="4560300" cy="7848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1" i="0" lang="en" sz="2400" u="none" cap="none" strike="noStrike">
                <a:solidFill>
                  <a:schemeClr val="dk2"/>
                </a:solidFill>
                <a:latin typeface="Comfortaa"/>
                <a:ea typeface="Comfortaa"/>
                <a:cs typeface="Comfortaa"/>
                <a:sym typeface="Comfortaa"/>
              </a:rPr>
              <a:t>Vikas Chandrakar</a:t>
            </a:r>
            <a:endParaRPr b="1" i="0" sz="2400" u="none" cap="none" strike="noStrike">
              <a:solidFill>
                <a:schemeClr val="dk2"/>
              </a:solidFill>
              <a:latin typeface="Comfortaa"/>
              <a:ea typeface="Comfortaa"/>
              <a:cs typeface="Comfortaa"/>
              <a:sym typeface="Comfortaa"/>
            </a:endParaRPr>
          </a:p>
          <a:p>
            <a:pPr indent="0" lvl="0" marL="0" marR="0" rtl="0" algn="ctr">
              <a:lnSpc>
                <a:spcPct val="100000"/>
              </a:lnSpc>
              <a:spcBef>
                <a:spcPts val="0"/>
              </a:spcBef>
              <a:spcAft>
                <a:spcPts val="0"/>
              </a:spcAft>
              <a:buClr>
                <a:srgbClr val="000000"/>
              </a:buClr>
              <a:buSzPts val="2400"/>
              <a:buFont typeface="Arial"/>
              <a:buNone/>
            </a:pPr>
            <a:r>
              <a:rPr b="1" lang="en" sz="2400">
                <a:solidFill>
                  <a:schemeClr val="dk2"/>
                </a:solidFill>
                <a:latin typeface="Comfortaa"/>
                <a:ea typeface="Comfortaa"/>
                <a:cs typeface="Comfortaa"/>
                <a:sym typeface="Comfortaa"/>
              </a:rPr>
              <a:t>05</a:t>
            </a:r>
            <a:r>
              <a:rPr b="1" i="0" lang="en" sz="2400" u="none" cap="none" strike="noStrike">
                <a:solidFill>
                  <a:schemeClr val="dk2"/>
                </a:solidFill>
                <a:latin typeface="Comfortaa"/>
                <a:ea typeface="Comfortaa"/>
                <a:cs typeface="Comfortaa"/>
                <a:sym typeface="Comfortaa"/>
              </a:rPr>
              <a:t>-1</a:t>
            </a:r>
            <a:r>
              <a:rPr b="1" lang="en" sz="2400">
                <a:solidFill>
                  <a:schemeClr val="dk2"/>
                </a:solidFill>
                <a:latin typeface="Comfortaa"/>
                <a:ea typeface="Comfortaa"/>
                <a:cs typeface="Comfortaa"/>
                <a:sym typeface="Comfortaa"/>
              </a:rPr>
              <a:t>1</a:t>
            </a:r>
            <a:r>
              <a:rPr b="1" i="0" lang="en" sz="2400" u="none" cap="none" strike="noStrike">
                <a:solidFill>
                  <a:schemeClr val="dk2"/>
                </a:solidFill>
                <a:latin typeface="Comfortaa"/>
                <a:ea typeface="Comfortaa"/>
                <a:cs typeface="Comfortaa"/>
                <a:sym typeface="Comfortaa"/>
              </a:rPr>
              <a:t>-202</a:t>
            </a:r>
            <a:r>
              <a:rPr b="1" lang="en" sz="2400">
                <a:solidFill>
                  <a:schemeClr val="dk2"/>
                </a:solidFill>
                <a:latin typeface="Comfortaa"/>
                <a:ea typeface="Comfortaa"/>
                <a:cs typeface="Comfortaa"/>
                <a:sym typeface="Comfortaa"/>
              </a:rPr>
              <a:t>5</a:t>
            </a:r>
            <a:endParaRPr b="1" i="0" sz="2400" u="none" cap="none" strike="noStrike">
              <a:solidFill>
                <a:schemeClr val="dk2"/>
              </a:solidFill>
              <a:latin typeface="Comfortaa"/>
              <a:ea typeface="Comfortaa"/>
              <a:cs typeface="Comfortaa"/>
              <a:sym typeface="Comfortaa"/>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Vikas Chandrakar</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1065711</vt:lpwstr>
  </property>
  <property fmtid="{D5CDD505-2E9C-101B-9397-08002B2CF9AE}" pid="3" name="NXPowerLiteSettings">
    <vt:lpwstr>F7000400038000</vt:lpwstr>
  </property>
  <property fmtid="{D5CDD505-2E9C-101B-9397-08002B2CF9AE}" pid="4" name="NXPowerLiteVersion">
    <vt:lpwstr>S10.9.4</vt:lpwstr>
  </property>
</Properties>
</file>