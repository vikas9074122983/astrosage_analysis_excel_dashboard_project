
<file path=[Content_Types].xml><?xml version="1.0" encoding="utf-8"?>
<Types xmlns="http://schemas.openxmlformats.org/package/2006/content-types">
  <Default Extension="png" ContentType="image/png"/>
  <Default Extension="bin" ContentType="application/vnd.openxmlformats-officedocument.oleObject"/>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notesSlides/notesSlide9.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2.xml" ContentType="application/vnd.openxmlformats-officedocument.themeOverride+xml"/>
  <Override PartName="/ppt/notesSlides/notesSlide10.xml" ContentType="application/vnd.openxmlformats-officedocument.presentationml.notesSlide+xml"/>
  <Override PartName="/ppt/charts/chart3.xml" ContentType="application/vnd.openxmlformats-officedocument.drawingml.chart+xml"/>
  <Override PartName="/ppt/notesSlides/notesSlide11.xml" ContentType="application/vnd.openxmlformats-officedocument.presentationml.notesSlide+xml"/>
  <Override PartName="/ppt/charts/chart4.xml" ContentType="application/vnd.openxmlformats-officedocument.drawingml.chart+xml"/>
  <Override PartName="/ppt/theme/themeOverride3.xml" ContentType="application/vnd.openxmlformats-officedocument.themeOverride+xml"/>
  <Override PartName="/ppt/notesSlides/notesSlide12.xml" ContentType="application/vnd.openxmlformats-officedocument.presentationml.notesSlide+xml"/>
  <Override PartName="/ppt/charts/chart5.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3.xml" ContentType="application/vnd.openxmlformats-officedocument.presentationml.notesSlide+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embeddedFontLst>
    <p:embeddedFont>
      <p:font typeface="Comfortaa SemiBold" panose="020B0604020202020204" charset="0"/>
      <p:regular r:id="rId25"/>
      <p:bold r:id="rId26"/>
    </p:embeddedFont>
    <p:embeddedFont>
      <p:font typeface="Lato" panose="020B0604020202020204" charset="0"/>
      <p:regular r:id="rId27"/>
      <p:bold r:id="rId28"/>
      <p:italic r:id="rId29"/>
      <p:boldItalic r:id="rId30"/>
    </p:embeddedFont>
    <p:embeddedFont>
      <p:font typeface="Quantico" panose="020B0604020202020204" charset="0"/>
      <p:regular r:id="rId31"/>
      <p:bold r:id="rId32"/>
      <p:italic r:id="rId33"/>
      <p:boldItalic r:id="rId34"/>
    </p:embeddedFont>
    <p:embeddedFont>
      <p:font typeface="Comfortaa Medium" panose="020B0604020202020204" charset="0"/>
      <p:regular r:id="rId35"/>
      <p:bold r:id="rId36"/>
    </p:embeddedFont>
    <p:embeddedFont>
      <p:font typeface="Calibri" panose="020F0502020204030204" pitchFamily="34" charset="0"/>
      <p:regular r:id="rId37"/>
      <p:bold r:id="rId38"/>
      <p:italic r:id="rId39"/>
      <p:boldItalic r:id="rId40"/>
    </p:embeddedFont>
    <p:embeddedFont>
      <p:font typeface="Comfortaa" panose="020B0604020202020204" charset="0"/>
      <p:regular r:id="rId41"/>
      <p:bold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3APmJogSGUPVi2c7l8QqEdQmbe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6" d="100"/>
          <a:sy n="116" d="100"/>
        </p:scale>
        <p:origin x="490" y="8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9" Type="http://schemas.openxmlformats.org/officeDocument/2006/relationships/font" Target="fonts/font15.fntdata"/><Relationship Id="rId21" Type="http://schemas.openxmlformats.org/officeDocument/2006/relationships/slide" Target="slides/slide20.xml"/><Relationship Id="rId34" Type="http://schemas.openxmlformats.org/officeDocument/2006/relationships/font" Target="fonts/font10.fntdata"/><Relationship Id="rId42" Type="http://schemas.openxmlformats.org/officeDocument/2006/relationships/font" Target="fonts/font18.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font" Target="fonts/font13.fntdata"/><Relationship Id="rId40" Type="http://schemas.openxmlformats.org/officeDocument/2006/relationships/font" Target="fonts/font16.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font" Target="fonts/font14.fntdata"/><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17.fntdata"/></Relationships>
</file>

<file path=ppt/charts/_rels/chart1.xml.rels><?xml version="1.0" encoding="UTF-8" standalone="yes"?>
<Relationships xmlns="http://schemas.openxmlformats.org/package/2006/relationships"><Relationship Id="rId2" Type="http://schemas.openxmlformats.org/officeDocument/2006/relationships/oleObject" Target="../embeddings/oleObject1.bin"/><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embeddings/oleObject2.bin"/></Relationships>
</file>

<file path=ppt/charts/_rels/chart3.xml.rels><?xml version="1.0" encoding="UTF-8" standalone="yes"?>
<Relationships xmlns="http://schemas.openxmlformats.org/package/2006/relationships"><Relationship Id="rId1" Type="http://schemas.openxmlformats.org/officeDocument/2006/relationships/oleObject" Target="file:///C:\Users\91738\Desktop\NS%20excel%20project\Atrosage_analysis_Vikas\v3\AstroSage_analysis_vikas.xlsx" TargetMode="External"/></Relationships>
</file>

<file path=ppt/charts/_rels/chart4.xml.rels><?xml version="1.0" encoding="UTF-8" standalone="yes"?>
<Relationships xmlns="http://schemas.openxmlformats.org/package/2006/relationships"><Relationship Id="rId2" Type="http://schemas.openxmlformats.org/officeDocument/2006/relationships/oleObject" Target="file:///C:\Users\91738\Desktop\NS%20excel%20project\Atrosage_analysis_Vikas\v3\AstroSage_analysis_vikas.xlsx" TargetMode="External"/><Relationship Id="rId1" Type="http://schemas.openxmlformats.org/officeDocument/2006/relationships/themeOverride" Target="../theme/themeOverride3.xml"/></Relationships>
</file>

<file path=ppt/charts/_rels/chart5.xml.rels><?xml version="1.0" encoding="UTF-8" standalone="yes"?>
<Relationships xmlns="http://schemas.openxmlformats.org/package/2006/relationships"><Relationship Id="rId3" Type="http://schemas.openxmlformats.org/officeDocument/2006/relationships/oleObject" Target="file:///C:\Users\91738\Desktop\NS%20excel%20project\Atrosage_analysis_Vikas\AstroSage_analysis_vikas.xlsx" TargetMode="External"/><Relationship Id="rId2" Type="http://schemas.microsoft.com/office/2011/relationships/chartColorStyle" Target="colors2.xml"/><Relationship Id="rId1" Type="http://schemas.microsoft.com/office/2011/relationships/chartStyle" Target="style2.xml"/></Relationships>
</file>

<file path=ppt/charts/_rels/chart6.xml.rels><?xml version="1.0" encoding="UTF-8" standalone="yes"?>
<Relationships xmlns="http://schemas.openxmlformats.org/package/2006/relationships"><Relationship Id="rId3" Type="http://schemas.openxmlformats.org/officeDocument/2006/relationships/oleObject" Target="file:///C:\Users\91738\Desktop\NS%20excel%20project\Atrosage_analysis_Vikas\AstroSage_analysis_vika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[AstroSage_analysis_vikas.xlsx]Pivots!salesByCatagory</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ysClr val="windowText" lastClr="000000"/>
                </a:solidFill>
              </a:rPr>
              <a:t>Productwise Revenue</a:t>
            </a:r>
          </a:p>
        </c:rich>
      </c:tx>
      <c:layout>
        <c:manualLayout>
          <c:xMode val="edge"/>
          <c:yMode val="edge"/>
          <c:x val="0.22904699591634139"/>
          <c:y val="2.3967072639101809E-2"/>
        </c:manualLayout>
      </c:layout>
      <c:overlay val="0"/>
      <c:spPr>
        <a:noFill/>
        <a:ln>
          <a:noFill/>
        </a:ln>
        <a:effectLst/>
      </c:spPr>
    </c:title>
    <c:autoTitleDeleted val="0"/>
    <c:pivotFmts>
      <c:pivotFmt>
        <c:idx val="0"/>
        <c:spPr>
          <a:solidFill>
            <a:schemeClr val="accent1"/>
          </a:solidFill>
          <a:ln w="19050">
            <a:solidFill>
              <a:schemeClr val="lt1"/>
            </a:solidFill>
          </a:ln>
          <a:effectLst/>
        </c:spPr>
        <c:marker>
          <c:symbol val="none"/>
        </c:marker>
      </c:pivotFmt>
      <c:pivotFmt>
        <c:idx val="1"/>
        <c:spPr>
          <a:solidFill>
            <a:schemeClr val="accent1"/>
          </a:solidFill>
          <a:ln w="19050">
            <a:solidFill>
              <a:schemeClr val="lt1"/>
            </a:solidFill>
          </a:ln>
          <a:effectLst/>
        </c:spPr>
        <c:marker>
          <c:symbol val="none"/>
        </c:marker>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accent1"/>
          </a:solidFill>
          <a:ln w="19050">
            <a:solidFill>
              <a:schemeClr val="lt1"/>
            </a:solidFill>
          </a:ln>
          <a:effectLst/>
        </c:spPr>
      </c:pivotFmt>
      <c:pivotFmt>
        <c:idx val="6"/>
        <c:spPr>
          <a:solidFill>
            <a:schemeClr val="accent1"/>
          </a:solidFill>
          <a:ln w="19050">
            <a:solidFill>
              <a:schemeClr val="lt1"/>
            </a:solidFill>
          </a:ln>
          <a:effectLst/>
        </c:spPr>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7"/>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8"/>
        <c:spPr>
          <a:solidFill>
            <a:schemeClr val="bg2">
              <a:lumMod val="50000"/>
            </a:schemeClr>
          </a:solidFill>
          <a:ln w="19050">
            <a:solidFill>
              <a:schemeClr val="lt1"/>
            </a:solidFill>
          </a:ln>
          <a:effectLst/>
        </c:spPr>
      </c:pivotFmt>
      <c:pivotFmt>
        <c:idx val="9"/>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0"/>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1"/>
        <c:spPr>
          <a:solidFill>
            <a:schemeClr val="accent1"/>
          </a:solidFill>
          <a:ln w="19050">
            <a:solidFill>
              <a:schemeClr val="lt1"/>
            </a:solidFill>
          </a:ln>
          <a:effectLst/>
        </c:spPr>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2"/>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3"/>
        <c:spPr>
          <a:solidFill>
            <a:schemeClr val="bg2">
              <a:lumMod val="50000"/>
            </a:schemeClr>
          </a:solidFill>
          <a:ln w="19050">
            <a:solidFill>
              <a:schemeClr val="lt1"/>
            </a:solidFill>
          </a:ln>
          <a:effectLst/>
        </c:spPr>
      </c:pivotFmt>
      <c:pivotFmt>
        <c:idx val="14"/>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5"/>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16"/>
        <c:spPr>
          <a:solidFill>
            <a:schemeClr val="accent1"/>
          </a:solidFill>
          <a:ln w="19050">
            <a:solidFill>
              <a:schemeClr val="lt1"/>
            </a:solidFill>
          </a:ln>
          <a:effectLst/>
        </c:spPr>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7"/>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18"/>
        <c:spPr>
          <a:solidFill>
            <a:schemeClr val="bg2">
              <a:lumMod val="50000"/>
            </a:schemeClr>
          </a:solidFill>
          <a:ln w="19050">
            <a:solidFill>
              <a:schemeClr val="lt1"/>
            </a:solidFill>
          </a:ln>
          <a:effectLst/>
        </c:spPr>
      </c:pivotFmt>
      <c:pivotFmt>
        <c:idx val="19"/>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20"/>
        <c:spPr>
          <a:solidFill>
            <a:schemeClr val="accent1"/>
          </a:solidFill>
          <a:ln w="19050">
            <a:solidFill>
              <a:schemeClr val="lt1"/>
            </a:solidFill>
          </a:ln>
          <a:effectLst/>
        </c:spPr>
        <c:dLbl>
          <c:idx val="0"/>
          <c:delete val="1"/>
          <c:extLst>
            <c:ext xmlns:c15="http://schemas.microsoft.com/office/drawing/2012/chart" uri="{CE6537A1-D6FC-4f65-9D91-7224C49458BB}"/>
          </c:extLst>
        </c:dLbl>
      </c:pivotFmt>
      <c:pivotFmt>
        <c:idx val="21"/>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2"/>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3"/>
        <c:spPr>
          <a:solidFill>
            <a:schemeClr val="bg2">
              <a:lumMod val="50000"/>
            </a:schemeClr>
          </a:solidFill>
          <a:ln w="19050">
            <a:solidFill>
              <a:schemeClr val="lt1"/>
            </a:solidFill>
          </a:ln>
          <a:effectLst/>
        </c:spPr>
      </c:pivotFmt>
      <c:pivotFmt>
        <c:idx val="24"/>
        <c:spPr>
          <a:solidFill>
            <a:schemeClr val="accent3"/>
          </a:solidFill>
          <a:ln w="19050">
            <a:solidFill>
              <a:schemeClr val="lt1"/>
            </a:solidFill>
          </a:ln>
          <a:effectLst/>
        </c:spPr>
        <c:dLbl>
          <c:idx val="0"/>
          <c:delete val="1"/>
          <c:extLst>
            <c:ext xmlns:c15="http://schemas.microsoft.com/office/drawing/2012/chart" uri="{CE6537A1-D6FC-4f65-9D91-7224C49458BB}"/>
          </c:extLst>
        </c:dLbl>
      </c:pivotFmt>
      <c:pivotFmt>
        <c:idx val="25"/>
        <c:spPr>
          <a:solidFill>
            <a:schemeClr val="accent4"/>
          </a:solidFill>
          <a:ln w="19050">
            <a:solidFill>
              <a:schemeClr val="lt1"/>
            </a:solidFill>
          </a:ln>
          <a:effectLst/>
        </c:spPr>
        <c:dLbl>
          <c:idx val="0"/>
          <c:delete val="1"/>
          <c:extLst>
            <c:ext xmlns:c15="http://schemas.microsoft.com/office/drawing/2012/chart" uri="{CE6537A1-D6FC-4f65-9D91-7224C49458BB}"/>
          </c:extLst>
        </c:dLbl>
      </c:pivotFmt>
      <c:pivotFmt>
        <c:idx val="26"/>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7"/>
        <c:spPr>
          <a:solidFill>
            <a:schemeClr val="accent1">
              <a:lumMod val="75000"/>
            </a:schemeClr>
          </a:solidFill>
          <a:ln w="19050">
            <a:solidFill>
              <a:schemeClr val="lt1"/>
            </a:solidFill>
          </a:ln>
          <a:effectLst/>
        </c:spPr>
        <c:dLbl>
          <c:idx val="0"/>
          <c:layout>
            <c:manualLayout>
              <c:x val="-0.1440921973282018"/>
              <c:y val="-0.19486924599541347"/>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28"/>
        <c:spPr>
          <a:solidFill>
            <a:schemeClr val="bg2">
              <a:lumMod val="50000"/>
            </a:schemeClr>
          </a:solidFill>
          <a:ln w="19050">
            <a:solidFill>
              <a:schemeClr val="lt1"/>
            </a:solidFill>
          </a:ln>
          <a:effectLst/>
        </c:spPr>
      </c:pivotFmt>
      <c:pivotFmt>
        <c:idx val="29"/>
        <c:spPr>
          <a:solidFill>
            <a:schemeClr val="accent3"/>
          </a:solidFill>
          <a:ln w="19050">
            <a:solidFill>
              <a:schemeClr val="lt1"/>
            </a:solidFill>
          </a:ln>
          <a:effectLst/>
        </c:spPr>
        <c:dLbl>
          <c:idx val="0"/>
          <c:delete val="1"/>
          <c:extLst>
            <c:ext xmlns:c15="http://schemas.microsoft.com/office/drawing/2012/chart" uri="{CE6537A1-D6FC-4f65-9D91-7224C49458BB}"/>
          </c:extLst>
        </c:dLbl>
      </c:pivotFmt>
      <c:pivotFmt>
        <c:idx val="30"/>
        <c:spPr>
          <a:solidFill>
            <a:schemeClr val="accent4"/>
          </a:solidFill>
          <a:ln w="19050">
            <a:solidFill>
              <a:schemeClr val="lt1"/>
            </a:solidFill>
          </a:ln>
          <a:effectLst/>
        </c:spPr>
        <c:dLbl>
          <c:idx val="0"/>
          <c:delete val="1"/>
          <c:extLst>
            <c:ext xmlns:c15="http://schemas.microsoft.com/office/drawing/2012/chart" uri="{CE6537A1-D6FC-4f65-9D91-7224C49458BB}"/>
          </c:extLst>
        </c:dLbl>
      </c:pivotFmt>
      <c:pivotFmt>
        <c:idx val="31"/>
        <c:spPr>
          <a:solidFill>
            <a:schemeClr val="accent1">
              <a:lumMod val="75000"/>
            </a:schemeClr>
          </a:solidFill>
        </c:spPr>
        <c:dLbl>
          <c:idx val="0"/>
          <c:layout>
            <c:manualLayout>
              <c:x val="-7.2458994201656066E-2"/>
              <c:y val="-0.12046423884514443"/>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32"/>
        <c:dLbl>
          <c:idx val="0"/>
          <c:delete val="1"/>
          <c:extLst>
            <c:ext xmlns:c15="http://schemas.microsoft.com/office/drawing/2012/chart" uri="{CE6537A1-D6FC-4f65-9D91-7224C49458BB}"/>
          </c:extLst>
        </c:dLbl>
      </c:pivotFmt>
      <c:pivotFmt>
        <c:idx val="33"/>
        <c:dLbl>
          <c:idx val="0"/>
          <c:delete val="1"/>
          <c:extLst>
            <c:ext xmlns:c15="http://schemas.microsoft.com/office/drawing/2012/chart" uri="{CE6537A1-D6FC-4f65-9D91-7224C49458BB}"/>
          </c:extLst>
        </c:dLbl>
      </c:pivotFmt>
      <c:pivotFmt>
        <c:idx val="34"/>
        <c:marker>
          <c:symbol val="none"/>
        </c:marker>
        <c:dLbl>
          <c:idx val="0"/>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35"/>
        <c:spPr>
          <a:solidFill>
            <a:schemeClr val="tx2">
              <a:lumMod val="50000"/>
              <a:lumOff val="50000"/>
            </a:schemeClr>
          </a:solidFill>
        </c:spPr>
        <c:dLbl>
          <c:idx val="0"/>
          <c:layout>
            <c:manualLayout>
              <c:x val="9.5510983763132759E-2"/>
              <c:y val="0.13392857142857142"/>
            </c:manualLayout>
          </c:layout>
          <c:spPr>
            <a:solidFill>
              <a:srgbClr val="FFFFFF"/>
            </a:solidFill>
            <a:ln>
              <a:solidFill>
                <a:srgbClr val="000000">
                  <a:lumMod val="25000"/>
                  <a:lumOff val="75000"/>
                </a:srgb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spPr xmlns:c15="http://schemas.microsoft.com/office/drawing/2012/chart">
                <a:prstGeom prst="wedgeRectCallout">
                  <a:avLst/>
                </a:prstGeom>
              </c15:spPr>
            </c:ext>
          </c:extLst>
        </c:dLbl>
      </c:pivotFmt>
      <c:pivotFmt>
        <c:idx val="36"/>
        <c:dLbl>
          <c:idx val="0"/>
          <c:layout>
            <c:manualLayout>
              <c:x val="-4.7755491881566383E-3"/>
              <c:y val="7.8634276993532568E-3"/>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37"/>
        <c:spPr>
          <a:solidFill>
            <a:schemeClr val="accent1">
              <a:lumMod val="75000"/>
            </a:schemeClr>
          </a:solidFill>
        </c:spPr>
        <c:dLbl>
          <c:idx val="0"/>
          <c:layout>
            <c:manualLayout>
              <c:x val="-1.9927953131933008E-2"/>
              <c:y val="8.6753689170084879E-5"/>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38"/>
        <c:spPr>
          <a:solidFill>
            <a:schemeClr val="bg1">
              <a:lumMod val="50000"/>
            </a:schemeClr>
          </a:solidFill>
        </c:spPr>
        <c:marker>
          <c:symbol val="none"/>
        </c:marker>
        <c:dLbl>
          <c:idx val="0"/>
          <c:delete val="1"/>
          <c:extLst>
            <c:ext xmlns:c15="http://schemas.microsoft.com/office/drawing/2012/chart" uri="{CE6537A1-D6FC-4f65-9D91-7224C49458BB}"/>
          </c:extLst>
        </c:dLbl>
      </c:pivotFmt>
      <c:pivotFmt>
        <c:idx val="39"/>
        <c:dLbl>
          <c:idx val="0"/>
          <c:layout>
            <c:manualLayout>
              <c:x val="-8.1993219798669068E-2"/>
              <c:y val="-0.16952334932104338"/>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0"/>
        <c:dLbl>
          <c:idx val="0"/>
          <c:layout>
            <c:manualLayout>
              <c:x val="0.10980685673986447"/>
              <c:y val="0.17747329429183509"/>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1"/>
        <c:spPr>
          <a:solidFill>
            <a:schemeClr val="bg1">
              <a:lumMod val="50000"/>
            </a:schemeClr>
          </a:solidFill>
        </c:spPr>
        <c:marker>
          <c:symbol val="none"/>
        </c:marker>
        <c:dLbl>
          <c:idx val="0"/>
          <c:delete val="1"/>
          <c:extLst>
            <c:ext xmlns:c15="http://schemas.microsoft.com/office/drawing/2012/chart" uri="{CE6537A1-D6FC-4f65-9D91-7224C49458BB}"/>
          </c:extLst>
        </c:dLbl>
      </c:pivotFmt>
      <c:pivotFmt>
        <c:idx val="42"/>
        <c:spPr>
          <a:solidFill>
            <a:schemeClr val="accent1">
              <a:lumMod val="75000"/>
            </a:schemeClr>
          </a:solidFill>
        </c:spPr>
        <c:dLbl>
          <c:idx val="0"/>
          <c:layout>
            <c:manualLayout>
              <c:x val="-8.1993219798669068E-2"/>
              <c:y val="-0.16952334932104338"/>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3"/>
        <c:dLbl>
          <c:idx val="0"/>
          <c:layout>
            <c:manualLayout>
              <c:x val="0.10980685673986447"/>
              <c:y val="0.17747329429183509"/>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4"/>
        <c:spPr>
          <a:solidFill>
            <a:schemeClr val="bg1">
              <a:lumMod val="50000"/>
            </a:schemeClr>
          </a:solidFill>
        </c:spPr>
        <c:marker>
          <c:symbol val="none"/>
        </c:marker>
        <c:dLbl>
          <c:idx val="0"/>
          <c:delete val="1"/>
          <c:extLst>
            <c:ext xmlns:c15="http://schemas.microsoft.com/office/drawing/2012/chart" uri="{CE6537A1-D6FC-4f65-9D91-7224C49458BB}"/>
          </c:extLst>
        </c:dLbl>
      </c:pivotFmt>
      <c:pivotFmt>
        <c:idx val="45"/>
        <c:spPr>
          <a:solidFill>
            <a:schemeClr val="accent1">
              <a:lumMod val="75000"/>
            </a:schemeClr>
          </a:solidFill>
        </c:spPr>
        <c:dLbl>
          <c:idx val="0"/>
          <c:layout>
            <c:manualLayout>
              <c:x val="-8.1993219798669068E-2"/>
              <c:y val="-0.16952334932104338"/>
            </c:manualLayout>
          </c:layout>
          <c:tx>
            <c:rich>
              <a:bodyPr wrap="square" lIns="38100" tIns="19050" rIns="38100" bIns="19050" anchor="ctr">
                <a:spAutoFit/>
              </a:bodyPr>
              <a:lstStyle/>
              <a:p>
                <a:pPr>
                  <a:defRPr/>
                </a:pPr>
                <a:fld id="{D3E80795-4209-4F24-9EB1-BB857D11E2F6}"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46"/>
        <c:dLbl>
          <c:idx val="0"/>
          <c:layout>
            <c:manualLayout>
              <c:x val="0.10980685673986447"/>
              <c:y val="0.17747329429183509"/>
            </c:manualLayout>
          </c:layout>
          <c:tx>
            <c:rich>
              <a:bodyPr wrap="square" lIns="38100" tIns="19050" rIns="38100" bIns="19050" anchor="ctr">
                <a:spAutoFit/>
              </a:bodyPr>
              <a:lstStyle/>
              <a:p>
                <a:pPr>
                  <a:defRPr/>
                </a:pPr>
                <a:fld id="{57520AD4-7D79-416A-AEA6-6E4094039A14}" type="PERCENTAGE">
                  <a:rPr lang="en-US" b="1">
                    <a:solidFill>
                      <a:schemeClr val="bg1"/>
                    </a:solidFill>
                  </a:rPr>
                  <a:pPr>
                    <a:defRPr/>
                  </a:pPr>
                  <a:t>[PERCENTAGE]</a:t>
                </a:fld>
                <a:endParaRPr lang="en-IN"/>
              </a:p>
            </c:rich>
          </c:tx>
          <c:spPr>
            <a:noFill/>
            <a:ln>
              <a:noFill/>
            </a:ln>
            <a:effectLst/>
          </c:spPr>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s>
    <c:plotArea>
      <c:layout>
        <c:manualLayout>
          <c:layoutTarget val="inner"/>
          <c:xMode val="edge"/>
          <c:yMode val="edge"/>
          <c:x val="6.8587415111792976E-2"/>
          <c:y val="0.17924107142857143"/>
          <c:w val="0.57606981981981986"/>
          <c:h val="0.76123511904761909"/>
        </c:manualLayout>
      </c:layout>
      <c:pieChart>
        <c:varyColors val="1"/>
        <c:ser>
          <c:idx val="0"/>
          <c:order val="0"/>
          <c:tx>
            <c:strRef>
              <c:f>Pivots!$U$17</c:f>
              <c:strCache>
                <c:ptCount val="1"/>
                <c:pt idx="0">
                  <c:v>Total</c:v>
                </c:pt>
              </c:strCache>
            </c:strRef>
          </c:tx>
          <c:spPr>
            <a:solidFill>
              <a:schemeClr val="bg1">
                <a:lumMod val="50000"/>
              </a:schemeClr>
            </a:solidFill>
          </c:spPr>
          <c:dPt>
            <c:idx val="0"/>
            <c:bubble3D val="0"/>
            <c:spPr>
              <a:solidFill>
                <a:schemeClr val="accent1">
                  <a:lumMod val="75000"/>
                </a:schemeClr>
              </a:solidFill>
            </c:spPr>
            <c:extLst>
              <c:ext xmlns:c16="http://schemas.microsoft.com/office/drawing/2014/chart" uri="{C3380CC4-5D6E-409C-BE32-E72D297353CC}">
                <c16:uniqueId val="{00000001-A064-42E4-937D-14C30A616ADA}"/>
              </c:ext>
            </c:extLst>
          </c:dPt>
          <c:dPt>
            <c:idx val="1"/>
            <c:bubble3D val="0"/>
            <c:extLst>
              <c:ext xmlns:c16="http://schemas.microsoft.com/office/drawing/2014/chart" uri="{C3380CC4-5D6E-409C-BE32-E72D297353CC}">
                <c16:uniqueId val="{00000002-A064-42E4-937D-14C30A616ADA}"/>
              </c:ext>
            </c:extLst>
          </c:dPt>
          <c:dPt>
            <c:idx val="2"/>
            <c:bubble3D val="0"/>
            <c:extLst>
              <c:ext xmlns:c16="http://schemas.microsoft.com/office/drawing/2014/chart" uri="{C3380CC4-5D6E-409C-BE32-E72D297353CC}">
                <c16:uniqueId val="{00000003-A064-42E4-937D-14C30A616ADA}"/>
              </c:ext>
            </c:extLst>
          </c:dPt>
          <c:dPt>
            <c:idx val="3"/>
            <c:bubble3D val="0"/>
            <c:extLst>
              <c:ext xmlns:c16="http://schemas.microsoft.com/office/drawing/2014/chart" uri="{C3380CC4-5D6E-409C-BE32-E72D297353CC}">
                <c16:uniqueId val="{00000004-A064-42E4-937D-14C30A616ADA}"/>
              </c:ext>
            </c:extLst>
          </c:dPt>
          <c:dLbls>
            <c:dLbl>
              <c:idx val="0"/>
              <c:layout>
                <c:manualLayout>
                  <c:x val="-8.1993219798669068E-2"/>
                  <c:y val="-0.16952334932104338"/>
                </c:manualLayout>
              </c:layout>
              <c:tx>
                <c:rich>
                  <a:bodyPr/>
                  <a:lstStyle/>
                  <a:p>
                    <a:fld id="{D3E80795-4209-4F24-9EB1-BB857D11E2F6}" type="PERCENTAGE">
                      <a:rPr lang="en-US" b="1">
                        <a:solidFill>
                          <a:schemeClr val="bg1"/>
                        </a:solidFill>
                      </a:rPr>
                      <a:pPr/>
                      <a:t>[PERCENTAGE]</a:t>
                    </a:fld>
                    <a:endParaRPr lang="en-IN"/>
                  </a:p>
                </c:rich>
              </c:tx>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A064-42E4-937D-14C30A616ADA}"/>
                </c:ext>
              </c:extLst>
            </c:dLbl>
            <c:dLbl>
              <c:idx val="1"/>
              <c:layout>
                <c:manualLayout>
                  <c:x val="0.10980685673986447"/>
                  <c:y val="0.17747329429183509"/>
                </c:manualLayout>
              </c:layout>
              <c:tx>
                <c:rich>
                  <a:bodyPr/>
                  <a:lstStyle/>
                  <a:p>
                    <a:fld id="{57520AD4-7D79-416A-AEA6-6E4094039A14}" type="PERCENTAGE">
                      <a:rPr lang="en-US" b="1">
                        <a:solidFill>
                          <a:schemeClr val="bg1"/>
                        </a:solidFill>
                      </a:rPr>
                      <a:pPr/>
                      <a:t>[PERCENTAGE]</a:t>
                    </a:fld>
                    <a:endParaRPr lang="en-IN"/>
                  </a:p>
                </c:rich>
              </c:tx>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A064-42E4-937D-14C30A616ADA}"/>
                </c:ext>
              </c:extLst>
            </c:dLbl>
            <c:spPr>
              <a:noFill/>
              <a:ln>
                <a:noFill/>
              </a:ln>
              <a:effectLst/>
            </c:spPr>
            <c:txPr>
              <a:bodyPr wrap="square" lIns="38100" tIns="19050" rIns="38100" bIns="19050" anchor="ctr">
                <a:spAutoFit/>
              </a:bodyPr>
              <a:lstStyle/>
              <a:p>
                <a:pPr>
                  <a:defRPr/>
                </a:pPr>
                <a:endParaRPr lang="en-US"/>
              </a:p>
            </c:txPr>
            <c:showLegendKey val="0"/>
            <c:showVal val="0"/>
            <c:showCatName val="0"/>
            <c:showSerName val="0"/>
            <c:showPercent val="0"/>
            <c:showBubbleSize val="0"/>
            <c:extLst>
              <c:ext xmlns:c15="http://schemas.microsoft.com/office/drawing/2012/chart" uri="{CE6537A1-D6FC-4f65-9D91-7224C49458BB}"/>
            </c:extLst>
          </c:dLbls>
          <c:cat>
            <c:strRef>
              <c:f>Pivots!$T$18:$T$22</c:f>
              <c:strCache>
                <c:ptCount val="4"/>
                <c:pt idx="0">
                  <c:v>Call</c:v>
                </c:pt>
                <c:pt idx="1">
                  <c:v>Chat</c:v>
                </c:pt>
                <c:pt idx="2">
                  <c:v>Complementary</c:v>
                </c:pt>
                <c:pt idx="3">
                  <c:v>public_live_Call</c:v>
                </c:pt>
              </c:strCache>
            </c:strRef>
          </c:cat>
          <c:val>
            <c:numRef>
              <c:f>Pivots!$U$18:$U$22</c:f>
              <c:numCache>
                <c:formatCode>0.00</c:formatCode>
                <c:ptCount val="4"/>
                <c:pt idx="0">
                  <c:v>168442.03500000015</c:v>
                </c:pt>
                <c:pt idx="1">
                  <c:v>45494.683333333342</c:v>
                </c:pt>
                <c:pt idx="2">
                  <c:v>0</c:v>
                </c:pt>
                <c:pt idx="3">
                  <c:v>50.596999999999902</c:v>
                </c:pt>
              </c:numCache>
            </c:numRef>
          </c:val>
          <c:extLst>
            <c:ext xmlns:c16="http://schemas.microsoft.com/office/drawing/2014/chart" uri="{C3380CC4-5D6E-409C-BE32-E72D297353CC}">
              <c16:uniqueId val="{00000005-A064-42E4-937D-14C30A616ADA}"/>
            </c:ext>
          </c:extLst>
        </c:ser>
        <c:dLbls>
          <c:showLegendKey val="0"/>
          <c:showVal val="0"/>
          <c:showCatName val="0"/>
          <c:showSerName val="0"/>
          <c:showPercent val="0"/>
          <c:showBubbleSize val="0"/>
          <c:showLeaderLines val="1"/>
        </c:dLbls>
        <c:firstSliceAng val="0"/>
      </c:pieChart>
    </c:plotArea>
    <c:legend>
      <c:legendPos val="r"/>
      <c:overlay val="0"/>
    </c:legend>
    <c:plotVisOnly val="1"/>
    <c:dispBlanksAs val="gap"/>
    <c:showDLblsOverMax val="0"/>
  </c:chart>
  <c:spPr>
    <a:solidFill>
      <a:schemeClr val="bg2"/>
    </a:solidFill>
    <a:ln>
      <a:noFill/>
    </a:ln>
    <a:effectLst/>
  </c:spPr>
  <c:txPr>
    <a:bodyPr/>
    <a:lstStyle/>
    <a:p>
      <a:pPr>
        <a:defRPr/>
      </a:pPr>
      <a:endParaRPr lang="en-US"/>
    </a:p>
  </c:txPr>
  <c:externalData r:id="rId2">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[AstroSage_analysis_vikas.xlsx]Subjective!website_distribution</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b="1">
                <a:solidFill>
                  <a:sysClr val="windowText" lastClr="000000"/>
                </a:solidFill>
              </a:rPr>
              <a:t>Website</a:t>
            </a:r>
            <a:r>
              <a:rPr lang="en-IN" b="1" baseline="0">
                <a:solidFill>
                  <a:sysClr val="windowText" lastClr="000000"/>
                </a:solidFill>
              </a:rPr>
              <a:t> Distribution</a:t>
            </a:r>
            <a:endParaRPr lang="en-IN" b="1">
              <a:solidFill>
                <a:sysClr val="windowText" lastClr="000000"/>
              </a:solidFill>
            </a:endParaRPr>
          </a:p>
        </c:rich>
      </c:tx>
      <c:layout>
        <c:manualLayout>
          <c:xMode val="edge"/>
          <c:yMode val="edge"/>
          <c:x val="0.15950125821659208"/>
          <c:y val="2.410420608906409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w="19050">
            <a:solidFill>
              <a:schemeClr val="lt1"/>
            </a:solidFill>
          </a:ln>
          <a:effectLst/>
        </c:spPr>
        <c:marker>
          <c:symbol val="none"/>
        </c:marker>
      </c:pivotFmt>
      <c:pivotFmt>
        <c:idx val="1"/>
        <c:spPr>
          <a:solidFill>
            <a:schemeClr val="accent1"/>
          </a:solidFill>
          <a:ln w="19050">
            <a:solidFill>
              <a:schemeClr val="lt1"/>
            </a:solidFill>
          </a:ln>
          <a:effectLst/>
        </c:spPr>
        <c:marker>
          <c:symbol val="none"/>
        </c:marker>
      </c:pivotFmt>
      <c:pivotFmt>
        <c:idx val="2"/>
        <c:spPr>
          <a:solidFill>
            <a:schemeClr val="accent1"/>
          </a:solidFill>
          <a:ln w="19050">
            <a:solidFill>
              <a:schemeClr val="lt1"/>
            </a:solidFill>
          </a:ln>
          <a:effectLst/>
        </c:spPr>
      </c:pivotFmt>
      <c:pivotFmt>
        <c:idx val="3"/>
        <c:spPr>
          <a:solidFill>
            <a:schemeClr val="accent1"/>
          </a:solidFill>
          <a:ln w="19050">
            <a:solidFill>
              <a:schemeClr val="lt1"/>
            </a:solidFill>
          </a:ln>
          <a:effectLst/>
        </c:spPr>
      </c:pivotFmt>
      <c:pivotFmt>
        <c:idx val="4"/>
        <c:spPr>
          <a:solidFill>
            <a:schemeClr val="accent1"/>
          </a:solidFill>
          <a:ln w="19050">
            <a:solidFill>
              <a:schemeClr val="lt1"/>
            </a:solidFill>
          </a:ln>
          <a:effectLst/>
        </c:spPr>
      </c:pivotFmt>
      <c:pivotFmt>
        <c:idx val="5"/>
        <c:spPr>
          <a:solidFill>
            <a:schemeClr val="tx2">
              <a:lumMod val="50000"/>
              <a:lumOff val="50000"/>
            </a:schemeClr>
          </a:solidFill>
          <a:ln w="19050">
            <a:solidFill>
              <a:schemeClr val="lt1"/>
            </a:solidFill>
          </a:ln>
          <a:effectLst/>
        </c:spPr>
        <c:marker>
          <c:symbol val="none"/>
        </c:marker>
        <c:dLbl>
          <c:idx val="0"/>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oundRect">
                  <a:avLst/>
                </a:prstGeom>
                <a:noFill/>
                <a:ln>
                  <a:noFill/>
                </a:ln>
              </c15:spPr>
            </c:ext>
          </c:extLst>
        </c:dLbl>
      </c:pivotFmt>
      <c:pivotFmt>
        <c:idx val="6"/>
        <c:spPr>
          <a:solidFill>
            <a:schemeClr val="tx2">
              <a:lumMod val="50000"/>
              <a:lumOff val="50000"/>
            </a:schemeClr>
          </a:solidFill>
          <a:ln w="19050">
            <a:solidFill>
              <a:schemeClr val="lt1"/>
            </a:solidFill>
          </a:ln>
          <a:effectLst/>
        </c:spPr>
        <c:dLbl>
          <c:idx val="0"/>
          <c:layout>
            <c:manualLayout>
              <c:x val="-8.8113100906634462E-2"/>
              <c:y val="7.1181552949658111E-2"/>
            </c:manualLayout>
          </c:layout>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oundRect">
                  <a:avLst/>
                </a:prstGeom>
                <a:noFill/>
                <a:ln>
                  <a:noFill/>
                </a:ln>
              </c15:spPr>
            </c:ext>
          </c:extLst>
        </c:dLbl>
      </c:pivotFmt>
      <c:pivotFmt>
        <c:idx val="7"/>
        <c:spPr>
          <a:solidFill>
            <a:schemeClr val="tx2">
              <a:lumMod val="50000"/>
              <a:lumOff val="50000"/>
            </a:schemeClr>
          </a:solidFill>
          <a:ln w="19050">
            <a:solidFill>
              <a:schemeClr val="lt1"/>
            </a:solidFill>
          </a:ln>
          <a:effectLst/>
        </c:spPr>
        <c:dLbl>
          <c:idx val="0"/>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pPr xmlns:c15="http://schemas.microsoft.com/office/drawing/2012/chart">
                <a:prstGeom prst="roundRect">
                  <a:avLst/>
                </a:prstGeom>
                <a:noFill/>
                <a:ln>
                  <a:noFill/>
                </a:ln>
              </c15:spPr>
            </c:ext>
          </c:extLst>
        </c:dLbl>
      </c:pivotFmt>
      <c:pivotFmt>
        <c:idx val="8"/>
        <c:spPr>
          <a:solidFill>
            <a:schemeClr val="accent1">
              <a:lumMod val="75000"/>
            </a:schemeClr>
          </a:solidFill>
          <a:ln w="19050">
            <a:solidFill>
              <a:schemeClr val="lt1"/>
            </a:solidFill>
          </a:ln>
          <a:effectLst/>
        </c:spPr>
        <c:dLbl>
          <c:idx val="0"/>
          <c:layout>
            <c:manualLayout>
              <c:x val="8.6037558358302554E-2"/>
              <c:y val="-0.14181620537776127"/>
            </c:manualLayout>
          </c:layout>
          <c:spPr>
            <a:solidFill>
              <a:schemeClr val="lt1"/>
            </a:solidFill>
            <a:ln>
              <a:solidFill>
                <a:schemeClr val="dk1">
                  <a:lumMod val="25000"/>
                  <a:lumOff val="75000"/>
                </a:schemeClr>
              </a:solidFill>
            </a:ln>
            <a:effectLst/>
          </c:spPr>
          <c:txPr>
            <a:bodyPr rot="0" spcFirstLastPara="1" vertOverflow="clip" horzOverflow="clip" vert="horz" wrap="square" lIns="36576" tIns="18288" rIns="36576" bIns="18288"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oundRect">
                  <a:avLst/>
                </a:prstGeom>
                <a:noFill/>
                <a:ln>
                  <a:noFill/>
                </a:ln>
              </c15:spPr>
              <c15:layout>
                <c:manualLayout>
                  <c:w val="0.27579069209269191"/>
                  <c:h val="0.21483897130884391"/>
                </c:manualLayout>
              </c15:layout>
            </c:ext>
          </c:extLst>
        </c:dLbl>
      </c:pivotFmt>
      <c:pivotFmt>
        <c:idx val="9"/>
        <c:spPr>
          <a:solidFill>
            <a:schemeClr val="bg2">
              <a:lumMod val="50000"/>
            </a:schemeClr>
          </a:solidFill>
          <a:ln w="19050">
            <a:solidFill>
              <a:schemeClr val="lt1"/>
            </a:solidFill>
          </a:ln>
          <a:effectLst/>
        </c:spPr>
        <c:dLbl>
          <c:idx val="0"/>
          <c:layout>
            <c:manualLayout>
              <c:x val="8.6305490883406888E-2"/>
              <c:y val="-5.9026996625421824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24925270969035843"/>
                  <c:h val="0.14858630952380952"/>
                </c:manualLayout>
              </c15:layout>
            </c:ext>
          </c:extLst>
        </c:dLbl>
      </c:pivotFmt>
      <c:pivotFmt>
        <c:idx val="10"/>
        <c:spPr>
          <a:solidFill>
            <a:schemeClr val="accent1">
              <a:lumMod val="75000"/>
            </a:schemeClr>
          </a:solidFill>
          <a:ln w="19050">
            <a:solidFill>
              <a:schemeClr val="lt1"/>
            </a:solidFill>
          </a:ln>
          <a:effectLst/>
        </c:spPr>
        <c:dLbl>
          <c:idx val="0"/>
          <c:layout>
            <c:manualLayout>
              <c:x val="-4.1316129088515112E-2"/>
              <c:y val="-6.3691062054743161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37545844560127656"/>
                  <c:h val="0.13299353205849268"/>
                </c:manualLayout>
              </c15:layout>
            </c:ext>
          </c:extLst>
        </c:dLbl>
      </c:pivotFmt>
      <c:pivotFmt>
        <c:idx val="11"/>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12"/>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13"/>
        <c:spPr>
          <a:solidFill>
            <a:schemeClr val="bg2">
              <a:lumMod val="50000"/>
            </a:schemeClr>
          </a:solidFill>
          <a:ln w="19050">
            <a:solidFill>
              <a:schemeClr val="lt1"/>
            </a:solidFill>
          </a:ln>
          <a:effectLst/>
        </c:spPr>
        <c:dLbl>
          <c:idx val="0"/>
          <c:layout>
            <c:manualLayout>
              <c:x val="8.6305490883406888E-2"/>
              <c:y val="-5.9026996625421824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24925270969035843"/>
                  <c:h val="0.14858630952380952"/>
                </c:manualLayout>
              </c15:layout>
            </c:ext>
          </c:extLst>
        </c:dLbl>
      </c:pivotFmt>
      <c:pivotFmt>
        <c:idx val="14"/>
        <c:spPr>
          <a:solidFill>
            <a:schemeClr val="accent1"/>
          </a:solidFill>
          <a:ln w="19050">
            <a:solidFill>
              <a:schemeClr val="lt1"/>
            </a:solidFill>
          </a:ln>
          <a:effectLst/>
        </c:spPr>
      </c:pivotFmt>
      <c:pivotFmt>
        <c:idx val="15"/>
        <c:spPr>
          <a:solidFill>
            <a:schemeClr val="accent1">
              <a:lumMod val="75000"/>
            </a:schemeClr>
          </a:solidFill>
          <a:ln w="19050">
            <a:solidFill>
              <a:schemeClr val="lt1"/>
            </a:solidFill>
          </a:ln>
          <a:effectLst/>
        </c:spPr>
        <c:dLbl>
          <c:idx val="0"/>
          <c:layout>
            <c:manualLayout>
              <c:x val="-4.1316129088515112E-2"/>
              <c:y val="-6.3691062054743161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extLst>
            <c:ext xmlns:c15="http://schemas.microsoft.com/office/drawing/2012/chart" uri="{CE6537A1-D6FC-4f65-9D91-7224C49458BB}">
              <c15:layout>
                <c:manualLayout>
                  <c:w val="0.37545844560127656"/>
                  <c:h val="0.13299353205849268"/>
                </c:manualLayout>
              </c15:layout>
            </c:ext>
          </c:extLst>
        </c:dLbl>
      </c:pivotFmt>
      <c:pivotFmt>
        <c:idx val="16"/>
        <c:spPr>
          <a:solidFill>
            <a:schemeClr val="accent1">
              <a:lumMod val="75000"/>
            </a:schemeClr>
          </a:solidFill>
          <a:ln w="19050">
            <a:solidFill>
              <a:schemeClr val="lt1"/>
            </a:solidFill>
          </a:ln>
          <a:effectLst/>
        </c:spPr>
        <c:dLbl>
          <c:idx val="0"/>
          <c:layout>
            <c:manualLayout>
              <c:x val="-8.5791751452416756E-2"/>
              <c:y val="-7.1301190090964653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layout>
                <c:manualLayout>
                  <c:w val="0.10860464773364004"/>
                  <c:h val="0.13299356416064431"/>
                </c:manualLayout>
              </c15:layout>
            </c:ext>
          </c:extLst>
        </c:dLbl>
      </c:pivotFmt>
      <c:pivotFmt>
        <c:idx val="17"/>
        <c:spPr>
          <a:solidFill>
            <a:schemeClr val="bg2">
              <a:lumMod val="50000"/>
            </a:schemeClr>
          </a:solidFill>
          <a:ln w="19050">
            <a:solidFill>
              <a:schemeClr val="lt1"/>
            </a:solidFill>
          </a:ln>
          <a:effectLst/>
        </c:spPr>
        <c:dLbl>
          <c:idx val="0"/>
          <c:layout>
            <c:manualLayout>
              <c:x val="2.7784926536325527E-2"/>
              <c:y val="-5.9026955160142655E-2"/>
            </c:manualLayout>
          </c:layout>
          <c:spPr>
            <a:solidFill>
              <a:schemeClr val="bg1"/>
            </a:solidFill>
            <a:ln>
              <a:solidFill>
                <a:schemeClr val="accent1"/>
              </a:solid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15:layout>
                <c:manualLayout>
                  <c:w val="0.1322115809961957"/>
                  <c:h val="0.14858639245436786"/>
                </c:manualLayout>
              </c15:layout>
            </c:ext>
          </c:extLst>
        </c:dLbl>
      </c:pivotFmt>
      <c:pivotFmt>
        <c:idx val="18"/>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fld id="{DD4B324F-FC1A-4E5C-B25A-44EA5D8E4CEB}" type="PERCENTAGE">
                  <a:rPr lang="en-US" baseline="0"/>
                  <a:pPr>
                    <a:defRPr sz="900" b="0" i="0" u="none" strike="noStrike" kern="1200" baseline="0">
                      <a:solidFill>
                        <a:schemeClr val="tx1">
                          <a:lumMod val="75000"/>
                          <a:lumOff val="25000"/>
                        </a:schemeClr>
                      </a:solidFill>
                      <a:latin typeface="+mn-lt"/>
                      <a:ea typeface="+mn-ea"/>
                      <a:cs typeface="+mn-cs"/>
                    </a:defRPr>
                  </a:pPr>
                  <a:t>[PERCENTAGE]</a:t>
                </a:fld>
                <a:endParaRPr lang="en-IN"/>
              </a:p>
            </c:rich>
          </c:tx>
          <c:spPr>
            <a:solidFill>
              <a:schemeClr val="bg1"/>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15:dlblFieldTable/>
              <c15:showDataLabelsRange val="0"/>
            </c:ext>
          </c:extLst>
        </c:dLbl>
      </c:pivotFmt>
      <c:pivotFmt>
        <c:idx val="19"/>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20"/>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1"/>
        <c:spPr>
          <a:solidFill>
            <a:schemeClr val="accent1">
              <a:lumMod val="75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DA9A4548-A44F-474A-AA53-9A26829AE5DF}"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2"/>
        <c:spPr>
          <a:solidFill>
            <a:schemeClr val="bg1">
              <a:lumMod val="50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A0E7B63F-7802-494A-B708-16D60D4BF92A}"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3"/>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C749043B-0845-4866-BFEC-B77DD5FD4DED}"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4"/>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5"/>
        <c:spPr>
          <a:solidFill>
            <a:schemeClr val="bg1">
              <a:lumMod val="50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A0E7B63F-7802-494A-B708-16D60D4BF92A}"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6"/>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C749043B-0845-4866-BFEC-B77DD5FD4DED}"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7"/>
        <c:spPr>
          <a:solidFill>
            <a:schemeClr val="accent1">
              <a:lumMod val="75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DA9A4548-A44F-474A-AA53-9A26829AE5DF}"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28"/>
        <c:spPr>
          <a:solidFill>
            <a:schemeClr val="accent1"/>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9"/>
        <c:spPr>
          <a:solidFill>
            <a:schemeClr val="bg1">
              <a:lumMod val="50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A0E7B63F-7802-494A-B708-16D60D4BF92A}"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30"/>
        <c:spPr>
          <a:solidFill>
            <a:schemeClr val="accent1"/>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C749043B-0845-4866-BFEC-B77DD5FD4DED}"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
        <c:idx val="31"/>
        <c:spPr>
          <a:solidFill>
            <a:schemeClr val="accent1">
              <a:lumMod val="75000"/>
            </a:schemeClr>
          </a:solidFill>
          <a:ln w="19050">
            <a:solidFill>
              <a:schemeClr val="lt1"/>
            </a:solidFill>
          </a:ln>
          <a:effectLst/>
        </c:spPr>
        <c:dLbl>
          <c:idx val="0"/>
          <c:tx>
            <c:rich>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fld id="{DA9A4548-A44F-474A-AA53-9A26829AE5DF}" type="PERCENTAGE">
                  <a:rPr lang="en-US"/>
                  <a:pPr>
                    <a:defRPr sz="900" b="0" i="0" u="none" strike="noStrike" kern="1200" baseline="0">
                      <a:solidFill>
                        <a:schemeClr val="bg1"/>
                      </a:solidFill>
                      <a:latin typeface="+mn-lt"/>
                      <a:ea typeface="+mn-ea"/>
                      <a:cs typeface="+mn-cs"/>
                    </a:defRPr>
                  </a:pPr>
                  <a:t>[PERCENTAGE]</a:t>
                </a:fld>
                <a:endParaRPr lang="en-IN"/>
              </a:p>
            </c:rich>
          </c:tx>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dlblFieldTable/>
              <c15:showDataLabelsRange val="0"/>
            </c:ext>
          </c:extLst>
        </c:dLbl>
      </c:pivotFmt>
    </c:pivotFmts>
    <c:plotArea>
      <c:layout>
        <c:manualLayout>
          <c:layoutTarget val="inner"/>
          <c:xMode val="edge"/>
          <c:yMode val="edge"/>
          <c:x val="0.10466469079005576"/>
          <c:y val="0.19967641031172473"/>
          <c:w val="0.55798039779911235"/>
          <c:h val="0.74978615954255723"/>
        </c:manualLayout>
      </c:layout>
      <c:pieChart>
        <c:varyColors val="1"/>
        <c:ser>
          <c:idx val="0"/>
          <c:order val="0"/>
          <c:tx>
            <c:strRef>
              <c:f>Subjective!$E$4</c:f>
              <c:strCache>
                <c:ptCount val="1"/>
                <c:pt idx="0">
                  <c:v>Total</c:v>
                </c:pt>
              </c:strCache>
            </c:strRef>
          </c:tx>
          <c:dPt>
            <c:idx val="0"/>
            <c:bubble3D val="0"/>
            <c:spPr>
              <a:solidFill>
                <a:schemeClr val="bg1">
                  <a:lumMod val="50000"/>
                </a:schemeClr>
              </a:solidFill>
              <a:ln w="19050">
                <a:solidFill>
                  <a:schemeClr val="lt1"/>
                </a:solidFill>
              </a:ln>
              <a:effectLst/>
            </c:spPr>
            <c:extLst>
              <c:ext xmlns:c16="http://schemas.microsoft.com/office/drawing/2014/chart" uri="{C3380CC4-5D6E-409C-BE32-E72D297353CC}">
                <c16:uniqueId val="{00000001-C5E6-4EEA-9A60-414FDFAF614F}"/>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5E6-4EEA-9A60-414FDFAF614F}"/>
              </c:ext>
            </c:extLst>
          </c:dPt>
          <c:dPt>
            <c:idx val="2"/>
            <c:bubble3D val="0"/>
            <c:spPr>
              <a:solidFill>
                <a:schemeClr val="accent1">
                  <a:lumMod val="75000"/>
                </a:schemeClr>
              </a:solidFill>
              <a:ln w="19050">
                <a:solidFill>
                  <a:schemeClr val="lt1"/>
                </a:solidFill>
              </a:ln>
              <a:effectLst/>
            </c:spPr>
            <c:extLst>
              <c:ext xmlns:c16="http://schemas.microsoft.com/office/drawing/2014/chart" uri="{C3380CC4-5D6E-409C-BE32-E72D297353CC}">
                <c16:uniqueId val="{00000005-C5E6-4EEA-9A60-414FDFAF614F}"/>
              </c:ext>
            </c:extLst>
          </c:dPt>
          <c:dLbls>
            <c:dLbl>
              <c:idx val="0"/>
              <c:layout/>
              <c:tx>
                <c:rich>
                  <a:bodyPr/>
                  <a:lstStyle/>
                  <a:p>
                    <a:fld id="{A0E7B63F-7802-494A-B708-16D60D4BF92A}" type="PERCENTAGE">
                      <a:rPr lang="en-US"/>
                      <a:pPr/>
                      <a:t>[PERCENTAGE]</a:t>
                    </a:fld>
                    <a:endParaRPr lang="en-IN"/>
                  </a:p>
                </c:rich>
              </c:tx>
              <c:showLegendKey val="0"/>
              <c:showVal val="1"/>
              <c:showCatName val="0"/>
              <c:showSerName val="0"/>
              <c:showPercent val="0"/>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1-C5E6-4EEA-9A60-414FDFAF614F}"/>
                </c:ext>
              </c:extLst>
            </c:dLbl>
            <c:dLbl>
              <c:idx val="1"/>
              <c:layout/>
              <c:tx>
                <c:rich>
                  <a:bodyPr/>
                  <a:lstStyle/>
                  <a:p>
                    <a:fld id="{C749043B-0845-4866-BFEC-B77DD5FD4DED}" type="PERCENTAGE">
                      <a:rPr lang="en-US"/>
                      <a:pPr/>
                      <a:t>[PERCENTAGE]</a:t>
                    </a:fld>
                    <a:endParaRPr lang="en-IN"/>
                  </a:p>
                </c:rich>
              </c:tx>
              <c:showLegendKey val="0"/>
              <c:showVal val="1"/>
              <c:showCatName val="0"/>
              <c:showSerName val="0"/>
              <c:showPercent val="0"/>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3-C5E6-4EEA-9A60-414FDFAF614F}"/>
                </c:ext>
              </c:extLst>
            </c:dLbl>
            <c:dLbl>
              <c:idx val="2"/>
              <c:layout/>
              <c:tx>
                <c:rich>
                  <a:bodyPr/>
                  <a:lstStyle/>
                  <a:p>
                    <a:fld id="{DA9A4548-A44F-474A-AA53-9A26829AE5DF}" type="PERCENTAGE">
                      <a:rPr lang="en-US"/>
                      <a:pPr/>
                      <a:t>[PERCENTAGE]</a:t>
                    </a:fld>
                    <a:endParaRPr lang="en-IN"/>
                  </a:p>
                </c:rich>
              </c:tx>
              <c:showLegendKey val="0"/>
              <c:showVal val="1"/>
              <c:showCatName val="0"/>
              <c:showSerName val="0"/>
              <c:showPercent val="0"/>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5-C5E6-4EEA-9A60-414FDFAF614F}"/>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Subjective!$D$5:$D$8</c:f>
              <c:strCache>
                <c:ptCount val="3"/>
                <c:pt idx="0">
                  <c:v>app</c:v>
                </c:pt>
                <c:pt idx="1">
                  <c:v>dashboard</c:v>
                </c:pt>
                <c:pt idx="2">
                  <c:v>gurucool</c:v>
                </c:pt>
              </c:strCache>
            </c:strRef>
          </c:cat>
          <c:val>
            <c:numRef>
              <c:f>Subjective!$E$5:$E$8</c:f>
              <c:numCache>
                <c:formatCode>0.00</c:formatCode>
                <c:ptCount val="3"/>
                <c:pt idx="0">
                  <c:v>7800</c:v>
                </c:pt>
                <c:pt idx="1">
                  <c:v>2</c:v>
                </c:pt>
                <c:pt idx="2">
                  <c:v>20225</c:v>
                </c:pt>
              </c:numCache>
            </c:numRef>
          </c:val>
          <c:extLst>
            <c:ext xmlns:c16="http://schemas.microsoft.com/office/drawing/2014/chart" uri="{C3380CC4-5D6E-409C-BE32-E72D297353CC}">
              <c16:uniqueId val="{00000006-C5E6-4EEA-9A60-414FDFAF614F}"/>
            </c:ext>
          </c:extLst>
        </c:ser>
        <c:dLbls>
          <c:showLegendKey val="0"/>
          <c:showVal val="0"/>
          <c:showCatName val="0"/>
          <c:showSerName val="0"/>
          <c:showPercent val="0"/>
          <c:showBubbleSize val="0"/>
          <c:showLeaderLines val="1"/>
        </c:dLbls>
        <c:firstSliceAng val="0"/>
      </c:pieChart>
      <c:spPr>
        <a:noFill/>
        <a:ln>
          <a:noFill/>
        </a:ln>
        <a:effectLst/>
      </c:spPr>
    </c:plotArea>
    <c:legend>
      <c:legendPos val="r"/>
      <c:layout>
        <c:manualLayout>
          <c:xMode val="edge"/>
          <c:yMode val="edge"/>
          <c:x val="0.67908082202242259"/>
          <c:y val="0.24933625553436006"/>
          <c:w val="0.26156555224636319"/>
          <c:h val="0.3902988331865280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[AstroSage_analysis_vikas.xlsx]Subjective!call_status_pivot</c:name>
    <c:fmtId val="20"/>
  </c:pivotSource>
  <c:chart>
    <c:title>
      <c:tx>
        <c:rich>
          <a:bodyPr rot="0" vert="horz"/>
          <a:lstStyle/>
          <a:p>
            <a:pPr>
              <a:defRPr/>
            </a:pPr>
            <a:r>
              <a:rPr lang="en-US" sz="1400"/>
              <a:t>Call Status</a:t>
            </a:r>
          </a:p>
        </c:rich>
      </c:tx>
      <c:layout>
        <c:manualLayout>
          <c:xMode val="edge"/>
          <c:yMode val="edge"/>
          <c:x val="0.30640244969378827"/>
          <c:y val="1.4556040756914119E-2"/>
        </c:manualLayout>
      </c:layout>
      <c:overlay val="0"/>
    </c:title>
    <c:autoTitleDeleted val="0"/>
    <c:pivotFmts>
      <c:pivotFmt>
        <c:idx val="0"/>
        <c:dLbl>
          <c:idx val="0"/>
          <c:dLblPos val="outEnd"/>
          <c:showLegendKey val="0"/>
          <c:showVal val="0"/>
          <c:showCatName val="1"/>
          <c:showSerName val="0"/>
          <c:showPercent val="1"/>
          <c:showBubbleSize val="0"/>
          <c:extLst>
            <c:ext xmlns:c15="http://schemas.microsoft.com/office/drawing/2012/chart" uri="{CE6537A1-D6FC-4f65-9D91-7224C49458BB}"/>
          </c:extLst>
        </c:dLbl>
      </c:pivotFmt>
      <c:pivotFmt>
        <c:idx val="1"/>
        <c:dLbl>
          <c:idx val="0"/>
          <c:layout>
            <c:manualLayout>
              <c:x val="8.6240847606903898E-2"/>
              <c:y val="0.38536953242835587"/>
            </c:manualLayout>
          </c:layout>
          <c:dLblPos val="bestFit"/>
          <c:showLegendKey val="0"/>
          <c:showVal val="0"/>
          <c:showCatName val="1"/>
          <c:showSerName val="0"/>
          <c:showPercent val="1"/>
          <c:showBubbleSize val="0"/>
          <c:extLst>
            <c:ext xmlns:c15="http://schemas.microsoft.com/office/drawing/2012/chart" uri="{CE6537A1-D6FC-4f65-9D91-7224C49458BB}"/>
          </c:extLst>
        </c:dLbl>
      </c:pivotFmt>
      <c:pivotFmt>
        <c:idx val="2"/>
        <c:dLbl>
          <c:idx val="0"/>
          <c:layout>
            <c:manualLayout>
              <c:x val="1.6694490818030025E-2"/>
              <c:y val="-5.2790346907994105E-2"/>
            </c:manualLayout>
          </c:layout>
          <c:dLblPos val="bestFit"/>
          <c:showLegendKey val="0"/>
          <c:showVal val="0"/>
          <c:showCatName val="1"/>
          <c:showSerName val="0"/>
          <c:showPercent val="1"/>
          <c:showBubbleSize val="0"/>
          <c:extLst>
            <c:ext xmlns:c15="http://schemas.microsoft.com/office/drawing/2012/chart" uri="{CE6537A1-D6FC-4f65-9D91-7224C49458BB}">
              <c15:layout>
                <c:manualLayout>
                  <c:w val="0.16738045473865015"/>
                  <c:h val="0.22785715134024537"/>
                </c:manualLayout>
              </c15:layout>
            </c:ext>
          </c:extLst>
        </c:dLbl>
      </c:pivotFmt>
      <c:pivotFmt>
        <c:idx val="3"/>
        <c:dLbl>
          <c:idx val="0"/>
          <c:layout>
            <c:manualLayout>
              <c:x val="-0.33093585547215609"/>
              <c:y val="0.21840981698554651"/>
            </c:manualLayout>
          </c:layout>
          <c:tx>
            <c:rich>
              <a:bodyPr/>
              <a:lstStyle/>
              <a:p>
                <a:r>
                  <a:rPr lang="en-IN"/>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4692334994018903"/>
                  <c:h val="0.20662462441063642"/>
                </c:manualLayout>
              </c15:layout>
            </c:ext>
          </c:extLst>
        </c:dLbl>
      </c:pivotFmt>
      <c:pivotFmt>
        <c:idx val="4"/>
        <c:dLbl>
          <c:idx val="0"/>
          <c:layout>
            <c:manualLayout>
              <c:x val="0.31149597535700346"/>
              <c:y val="0.15960677426633887"/>
            </c:manualLayout>
          </c:layout>
          <c:tx>
            <c:rich>
              <a:bodyPr/>
              <a:lstStyle/>
              <a:p>
                <a:r>
                  <a:rPr lang="en-IN"/>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5619689859301812"/>
                  <c:h val="0.23609458319972446"/>
                </c:manualLayout>
              </c15:layout>
            </c:ext>
          </c:extLst>
        </c:dLbl>
      </c:pivotFmt>
      <c:pivotFmt>
        <c:idx val="5"/>
        <c:dLbl>
          <c:idx val="0"/>
          <c:dLblPos val="outEnd"/>
          <c:showLegendKey val="0"/>
          <c:showVal val="0"/>
          <c:showCatName val="1"/>
          <c:showSerName val="0"/>
          <c:showPercent val="1"/>
          <c:showBubbleSize val="0"/>
          <c:extLst>
            <c:ext xmlns:c15="http://schemas.microsoft.com/office/drawing/2012/chart" uri="{CE6537A1-D6FC-4f65-9D91-7224C49458BB}"/>
          </c:extLst>
        </c:dLbl>
      </c:pivotFmt>
      <c:pivotFmt>
        <c:idx val="6"/>
        <c:dLbl>
          <c:idx val="0"/>
          <c:layout>
            <c:manualLayout>
              <c:x val="8.6240847606903898E-2"/>
              <c:y val="0.38536953242835587"/>
            </c:manualLayout>
          </c:layout>
          <c:dLblPos val="bestFit"/>
          <c:showLegendKey val="0"/>
          <c:showVal val="0"/>
          <c:showCatName val="1"/>
          <c:showSerName val="0"/>
          <c:showPercent val="1"/>
          <c:showBubbleSize val="0"/>
          <c:extLst>
            <c:ext xmlns:c15="http://schemas.microsoft.com/office/drawing/2012/chart" uri="{CE6537A1-D6FC-4f65-9D91-7224C49458BB}"/>
          </c:extLst>
        </c:dLbl>
      </c:pivotFmt>
      <c:pivotFmt>
        <c:idx val="7"/>
        <c:dLbl>
          <c:idx val="0"/>
          <c:layout>
            <c:manualLayout>
              <c:x val="1.6694490818030025E-2"/>
              <c:y val="-5.2790346907994105E-2"/>
            </c:manualLayout>
          </c:layout>
          <c:dLblPos val="bestFit"/>
          <c:showLegendKey val="0"/>
          <c:showVal val="0"/>
          <c:showCatName val="1"/>
          <c:showSerName val="0"/>
          <c:showPercent val="1"/>
          <c:showBubbleSize val="0"/>
          <c:extLst>
            <c:ext xmlns:c15="http://schemas.microsoft.com/office/drawing/2012/chart" uri="{CE6537A1-D6FC-4f65-9D91-7224C49458BB}">
              <c15:layout>
                <c:manualLayout>
                  <c:w val="0.16738045473865015"/>
                  <c:h val="0.22785715134024537"/>
                </c:manualLayout>
              </c15:layout>
            </c:ext>
          </c:extLst>
        </c:dLbl>
      </c:pivotFmt>
      <c:pivotFmt>
        <c:idx val="8"/>
        <c:dLbl>
          <c:idx val="0"/>
          <c:layout>
            <c:manualLayout>
              <c:x val="-0.33093585547215609"/>
              <c:y val="0.21840981698554651"/>
            </c:manualLayout>
          </c:layout>
          <c:tx>
            <c:rich>
              <a:bodyPr/>
              <a:lstStyle/>
              <a:p>
                <a:r>
                  <a:rPr lang="en-US"/>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4692334994018903"/>
                  <c:h val="0.20662462441063642"/>
                </c:manualLayout>
              </c15:layout>
            </c:ext>
          </c:extLst>
        </c:dLbl>
      </c:pivotFmt>
      <c:pivotFmt>
        <c:idx val="9"/>
        <c:dLbl>
          <c:idx val="0"/>
          <c:layout>
            <c:manualLayout>
              <c:x val="0.31149597535700346"/>
              <c:y val="0.15960677426633887"/>
            </c:manualLayout>
          </c:layout>
          <c:tx>
            <c:rich>
              <a:bodyPr/>
              <a:lstStyle/>
              <a:p>
                <a:r>
                  <a:rPr lang="en-US"/>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5619689859301812"/>
                  <c:h val="0.23609458319972446"/>
                </c:manualLayout>
              </c15:layout>
            </c:ext>
          </c:extLst>
        </c:dLbl>
      </c:pivotFmt>
      <c:pivotFmt>
        <c:idx val="10"/>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11"/>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12"/>
        <c:spPr>
          <a:solidFill>
            <a:schemeClr val="accent3"/>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US"/>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13"/>
        <c:spPr>
          <a:solidFill>
            <a:schemeClr val="accent4"/>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US"/>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14"/>
        <c:spPr>
          <a:solidFill>
            <a:schemeClr val="accent1"/>
          </a:solidFill>
          <a:ln>
            <a:noFill/>
          </a:ln>
          <a:effectLst/>
          <a:scene3d>
            <a:camera prst="orthographicFront"/>
            <a:lightRig rig="brightRoom" dir="t"/>
          </a:scene3d>
          <a:sp3d prstMaterial="flat">
            <a:bevelT w="50800" h="101600" prst="angle"/>
            <a:contourClr>
              <a:srgbClr val="000000"/>
            </a:contourClr>
          </a:sp3d>
        </c:spPr>
        <c:marker>
          <c:symbol val="circle"/>
          <c:size val="6"/>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15"/>
        <c:spPr>
          <a:solidFill>
            <a:schemeClr val="accent1"/>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16"/>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17"/>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18"/>
        <c:spPr>
          <a:solidFill>
            <a:schemeClr val="accent1"/>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US"/>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19"/>
        <c:spPr>
          <a:solidFill>
            <a:schemeClr val="accent1"/>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US"/>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20"/>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21"/>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22"/>
        <c:spPr>
          <a:solidFill>
            <a:schemeClr val="accent1">
              <a:lumMod val="20000"/>
              <a:lumOff val="80000"/>
            </a:schemeClr>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23"/>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4"/>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25"/>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fld id="{0F75058C-4B9A-4864-AE79-3E2168963DB0}"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CD0D7B19-E8F6-418C-997A-1E0EEFA3F2DE}"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26"/>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fld id="{306FD816-1FF3-49B1-8601-E25C72E516E6}"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53FADC95-9836-42AF-AA3A-65886E80F8E3}"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15:dlblFieldTable/>
              <c15:showDataLabelsRange val="0"/>
            </c:ext>
          </c:extLst>
        </c:dLbl>
      </c:pivotFmt>
      <c:pivotFmt>
        <c:idx val="27"/>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28"/>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18695459249056007"/>
              <c:y val="0.2214340565507914"/>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fld id="{0F6C57AB-4438-4A15-A883-AFE7814E41AD}"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5852A62A-D3E7-4C4D-AFA4-850F19B56781}"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15:dlblFieldTable/>
              <c15:showDataLabelsRange val="0"/>
            </c:ext>
          </c:extLst>
        </c:dLbl>
      </c:pivotFmt>
      <c:pivotFmt>
        <c:idx val="29"/>
        <c:spPr>
          <a:solidFill>
            <a:schemeClr val="accent1">
              <a:lumMod val="20000"/>
              <a:lumOff val="80000"/>
            </a:schemeClr>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0"/>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1"/>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32"/>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fld id="{0F75058C-4B9A-4864-AE79-3E2168963DB0}"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CD0D7B19-E8F6-418C-997A-1E0EEFA3F2DE}"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33"/>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fld id="{306FD816-1FF3-49B1-8601-E25C72E516E6}"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53FADC95-9836-42AF-AA3A-65886E80F8E3}"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15:dlblFieldTable/>
              <c15:showDataLabelsRange val="0"/>
            </c:ext>
          </c:extLst>
        </c:dLbl>
      </c:pivotFmt>
      <c:pivotFmt>
        <c:idx val="34"/>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18695459249056007"/>
              <c:y val="0.2214340565507914"/>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fld id="{0F6C57AB-4438-4A15-A883-AFE7814E41AD}"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5852A62A-D3E7-4C4D-AFA4-850F19B56781}"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15:dlblFieldTable/>
              <c15:showDataLabelsRange val="0"/>
            </c:ext>
          </c:extLst>
        </c:dLbl>
      </c:pivotFmt>
      <c:pivotFmt>
        <c:idx val="35"/>
        <c:spPr>
          <a:solidFill>
            <a:schemeClr val="accent1">
              <a:lumMod val="20000"/>
              <a:lumOff val="80000"/>
            </a:schemeClr>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6"/>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7"/>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38"/>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fld id="{0F75058C-4B9A-4864-AE79-3E2168963DB0}"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CD0D7B19-E8F6-418C-997A-1E0EEFA3F2DE}"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39"/>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fld id="{306FD816-1FF3-49B1-8601-E25C72E516E6}"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53FADC95-9836-42AF-AA3A-65886E80F8E3}"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15:dlblFieldTable/>
              <c15:showDataLabelsRange val="0"/>
            </c:ext>
          </c:extLst>
        </c:dLbl>
      </c:pivotFmt>
      <c:pivotFmt>
        <c:idx val="40"/>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18695459249056007"/>
              <c:y val="0.2214340565507914"/>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fld id="{0F6C57AB-4438-4A15-A883-AFE7814E41AD}" type="CATEGORYNAME">
                  <a:rPr lang="en-US" sz="800"/>
                  <a:pPr>
                    <a:defRPr sz="900" b="1" i="0" u="none" strike="noStrike" kern="1200" baseline="0">
                      <a:solidFill>
                        <a:schemeClr val="lt1"/>
                      </a:solidFill>
                      <a:latin typeface="+mn-lt"/>
                      <a:ea typeface="+mn-ea"/>
                      <a:cs typeface="+mn-cs"/>
                    </a:defRPr>
                  </a:pPr>
                  <a:t>[CATEGORY NAME]</a:t>
                </a:fld>
                <a:r>
                  <a:rPr lang="en-US" sz="800" baseline="0"/>
                  <a:t>
</a:t>
                </a:r>
                <a:fld id="{5852A62A-D3E7-4C4D-AFA4-850F19B56781}"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15:dlblFieldTable/>
              <c15:showDataLabelsRange val="0"/>
            </c:ext>
          </c:extLst>
        </c:dLbl>
      </c:pivotFmt>
      <c:pivotFmt>
        <c:idx val="41"/>
        <c:spPr>
          <a:solidFill>
            <a:schemeClr val="accent1">
              <a:lumMod val="20000"/>
              <a:lumOff val="80000"/>
            </a:schemeClr>
          </a:solidFill>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42"/>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3"/>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0"/>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44"/>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US" sz="800" baseline="0"/>
                  <a:t>
</a:t>
                </a:r>
                <a:fld id="{CD0D7B19-E8F6-418C-997A-1E0EEFA3F2DE}"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45"/>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US" sz="800" baseline="0"/>
                  <a:t>
</a:t>
                </a:r>
                <a:fld id="{53FADC95-9836-42AF-AA3A-65886E80F8E3}"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29440835235021212"/>
                  <c:h val="0.18890130545908831"/>
                </c:manualLayout>
              </c15:layout>
              <c15:dlblFieldTable/>
              <c15:showDataLabelsRange val="0"/>
            </c:ext>
          </c:extLst>
        </c:dLbl>
      </c:pivotFmt>
      <c:pivotFmt>
        <c:idx val="46"/>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0362139107611549"/>
              <c:y val="0.22871207692924847"/>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US" sz="800" baseline="0"/>
                  <a:t>
</a:t>
                </a:r>
                <a:fld id="{5852A62A-D3E7-4C4D-AFA4-850F19B56781}" type="PERCENTAGE">
                  <a:rPr lang="en-US" sz="800" baseline="0"/>
                  <a:pPr>
                    <a:defRPr sz="900" b="1" i="0" u="none" strike="noStrike" kern="1200" baseline="0">
                      <a:solidFill>
                        <a:schemeClr val="lt1"/>
                      </a:solidFill>
                      <a:latin typeface="+mn-lt"/>
                      <a:ea typeface="+mn-ea"/>
                      <a:cs typeface="+mn-cs"/>
                    </a:defRPr>
                  </a:pPr>
                  <a:t>[PERCENTAGE]</a:t>
                </a:fld>
                <a:endParaRPr lang="en-US" sz="800" baseline="0"/>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27730618202750762"/>
                  <c:h val="0.1962882096069869"/>
                </c:manualLayout>
              </c15:layout>
              <c15:dlblFieldTable/>
              <c15:showDataLabelsRange val="0"/>
            </c:ext>
          </c:extLst>
        </c:dLbl>
      </c:pivotFmt>
      <c:pivotFmt>
        <c:idx val="47"/>
        <c:spPr>
          <a:solidFill>
            <a:schemeClr val="tx2">
              <a:lumMod val="50000"/>
              <a:lumOff val="50000"/>
            </a:schemeClr>
          </a:solidFill>
        </c:spPr>
        <c:dLbl>
          <c:idx val="0"/>
          <c:layout>
            <c:manualLayout>
              <c:x val="0.15153807200730343"/>
              <c:y val="0.1580275121859768"/>
            </c:manualLayout>
          </c:layout>
          <c:tx>
            <c:rich>
              <a:bodyPr wrap="square" lIns="38100" tIns="19050" rIns="38100" bIns="19050" anchor="ctr">
                <a:spAutoFit/>
              </a:bodyPr>
              <a:lstStyle/>
              <a:p>
                <a:pPr>
                  <a:defRPr>
                    <a:solidFill>
                      <a:schemeClr val="bg1"/>
                    </a:solidFill>
                  </a:defRPr>
                </a:pPr>
                <a:r>
                  <a:rPr lang="en-US" sz="800" baseline="0">
                    <a:solidFill>
                      <a:schemeClr val="bg1"/>
                    </a:solidFill>
                  </a:rPr>
                  <a:t>
</a:t>
                </a:r>
                <a:fld id="{5852A62A-D3E7-4C4D-AFA4-850F19B56781}" type="PERCENTAGE">
                  <a:rPr lang="en-US" sz="800" baseline="0">
                    <a:solidFill>
                      <a:schemeClr val="bg1"/>
                    </a:solidFill>
                  </a:rPr>
                  <a:pPr>
                    <a:defRPr>
                      <a:solidFill>
                        <a:schemeClr val="bg1"/>
                      </a:solidFill>
                    </a:defRPr>
                  </a:pPr>
                  <a:t>[PERCENTAGE]</a:t>
                </a:fld>
                <a:endParaRPr lang="en-US" sz="800" baseline="0">
                  <a:solidFill>
                    <a:schemeClr val="bg1"/>
                  </a:solidFill>
                </a:endParaRPr>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22748737589866483"/>
                  <c:h val="0.18884748781402325"/>
                </c:manualLayout>
              </c15:layout>
              <c15:dlblFieldTable/>
              <c15:showDataLabelsRange val="0"/>
            </c:ext>
          </c:extLst>
        </c:dLbl>
      </c:pivotFmt>
      <c:pivotFmt>
        <c:idx val="48"/>
        <c:spPr>
          <a:solidFill>
            <a:schemeClr val="bg2">
              <a:lumMod val="65000"/>
            </a:schemeClr>
          </a:solidFill>
        </c:spPr>
        <c:dLbl>
          <c:idx val="0"/>
          <c:layout>
            <c:manualLayout>
              <c:x val="-0.13304681211337197"/>
              <c:y val="2.097208811921367E-2"/>
            </c:manualLayout>
          </c:layout>
          <c:tx>
            <c:rich>
              <a:bodyPr wrap="square" lIns="38100" tIns="19050" rIns="38100" bIns="19050" anchor="ctr">
                <a:spAutoFit/>
              </a:bodyPr>
              <a:lstStyle/>
              <a:p>
                <a:pPr>
                  <a:defRPr>
                    <a:solidFill>
                      <a:schemeClr val="bg1"/>
                    </a:solidFill>
                  </a:defRPr>
                </a:pPr>
                <a:fld id="{53FADC95-9836-42AF-AA3A-65886E80F8E3}" type="PERCENTAGE">
                  <a:rPr lang="en-US" sz="800" baseline="0">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6692950562482803"/>
                  <c:h val="0.18890109589124474"/>
                </c:manualLayout>
              </c15:layout>
              <c15:dlblFieldTable/>
              <c15:showDataLabelsRange val="0"/>
            </c:ext>
          </c:extLst>
        </c:dLbl>
      </c:pivotFmt>
      <c:pivotFmt>
        <c:idx val="49"/>
        <c:spPr>
          <a:solidFill>
            <a:schemeClr val="bg2">
              <a:lumMod val="75000"/>
            </a:schemeClr>
          </a:solidFill>
        </c:spPr>
        <c:dLbl>
          <c:idx val="0"/>
          <c:layout>
            <c:manualLayout>
              <c:x val="-7.9025091292936292E-2"/>
              <c:y val="0.18829033089613803"/>
            </c:manualLayout>
          </c:layout>
          <c:tx>
            <c:rich>
              <a:bodyPr wrap="square" lIns="38100" tIns="19050" rIns="38100" bIns="19050" anchor="ctr">
                <a:spAutoFit/>
              </a:bodyPr>
              <a:lstStyle/>
              <a:p>
                <a:pPr>
                  <a:defRPr>
                    <a:solidFill>
                      <a:schemeClr val="bg1"/>
                    </a:solidFill>
                  </a:defRPr>
                </a:pPr>
                <a:fld id="{200DE69F-EC1B-4FD1-81B6-6AB154D9D875}" type="PERCENTAGE">
                  <a:rPr lang="en-US">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50"/>
        <c:spPr>
          <a:solidFill>
            <a:schemeClr val="accent2"/>
          </a:solidFill>
        </c:spPr>
        <c:dLbl>
          <c:idx val="0"/>
          <c:layout>
            <c:manualLayout>
              <c:x val="-0.12365993672343378"/>
              <c:y val="6.288706082912468E-2"/>
            </c:manualLayout>
          </c:layout>
          <c:tx>
            <c:rich>
              <a:bodyPr wrap="square" lIns="38100" tIns="19050" rIns="38100" bIns="19050" anchor="ctr">
                <a:spAutoFit/>
              </a:bodyPr>
              <a:lstStyle/>
              <a:p>
                <a:pPr>
                  <a:defRPr>
                    <a:solidFill>
                      <a:schemeClr val="bg1"/>
                    </a:solidFill>
                  </a:defRPr>
                </a:pPr>
                <a:fld id="{CD0D7B19-E8F6-418C-997A-1E0EEFA3F2DE}" type="PERCENTAGE">
                  <a:rPr lang="en-US" sz="800" baseline="0">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51"/>
        <c:spPr>
          <a:solidFill>
            <a:schemeClr val="accent1">
              <a:lumMod val="75000"/>
            </a:schemeClr>
          </a:solidFill>
        </c:spPr>
        <c:marker>
          <c:symbol val="none"/>
        </c:marker>
        <c:dLbl>
          <c:idx val="0"/>
          <c:spPr>
            <a:noFill/>
            <a:ln>
              <a:noFill/>
            </a:ln>
            <a:effectLst/>
          </c:spPr>
          <c:txPr>
            <a:bodyPr wrap="square" lIns="38100" tIns="19050" rIns="38100" bIns="19050" anchor="ctr">
              <a:spAutoFit/>
            </a:bodyPr>
            <a:lstStyle/>
            <a:p>
              <a:pPr>
                <a:defRPr>
                  <a:solidFill>
                    <a:schemeClr val="bg1"/>
                  </a:solidFill>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52"/>
        <c:spPr>
          <a:solidFill>
            <a:schemeClr val="accent1">
              <a:lumMod val="50000"/>
            </a:schemeClr>
          </a:solidFill>
        </c:spPr>
      </c:pivotFmt>
      <c:pivotFmt>
        <c:idx val="53"/>
        <c:spPr>
          <a:solidFill>
            <a:schemeClr val="accent1">
              <a:lumMod val="75000"/>
            </a:schemeClr>
          </a:solidFill>
        </c:spPr>
        <c:marker>
          <c:symbol val="none"/>
        </c:marker>
        <c:dLbl>
          <c:idx val="0"/>
          <c:spPr>
            <a:noFill/>
            <a:ln>
              <a:noFill/>
            </a:ln>
            <a:effectLst/>
          </c:spPr>
          <c:txPr>
            <a:bodyPr wrap="square" lIns="38100" tIns="19050" rIns="38100" bIns="19050" anchor="ctr">
              <a:spAutoFit/>
            </a:bodyPr>
            <a:lstStyle/>
            <a:p>
              <a:pPr>
                <a:defRPr>
                  <a:solidFill>
                    <a:schemeClr val="bg1"/>
                  </a:solidFill>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54"/>
        <c:spPr>
          <a:solidFill>
            <a:schemeClr val="bg2">
              <a:lumMod val="75000"/>
            </a:schemeClr>
          </a:solidFill>
        </c:spPr>
        <c:dLbl>
          <c:idx val="0"/>
          <c:layout>
            <c:manualLayout>
              <c:x val="-7.9025091292936292E-2"/>
              <c:y val="0.18829033089613803"/>
            </c:manualLayout>
          </c:layout>
          <c:tx>
            <c:rich>
              <a:bodyPr wrap="square" lIns="38100" tIns="19050" rIns="38100" bIns="19050" anchor="ctr">
                <a:spAutoFit/>
              </a:bodyPr>
              <a:lstStyle/>
              <a:p>
                <a:pPr>
                  <a:defRPr>
                    <a:solidFill>
                      <a:schemeClr val="bg1"/>
                    </a:solidFill>
                  </a:defRPr>
                </a:pPr>
                <a:fld id="{200DE69F-EC1B-4FD1-81B6-6AB154D9D875}" type="PERCENTAGE">
                  <a:rPr lang="en-US">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55"/>
        <c:spPr>
          <a:solidFill>
            <a:schemeClr val="accent1">
              <a:lumMod val="50000"/>
            </a:schemeClr>
          </a:solidFill>
        </c:spPr>
      </c:pivotFmt>
      <c:pivotFmt>
        <c:idx val="56"/>
        <c:spPr>
          <a:solidFill>
            <a:schemeClr val="accent2"/>
          </a:solidFill>
        </c:spPr>
        <c:dLbl>
          <c:idx val="0"/>
          <c:layout>
            <c:manualLayout>
              <c:x val="-0.12365993672343378"/>
              <c:y val="6.288706082912468E-2"/>
            </c:manualLayout>
          </c:layout>
          <c:tx>
            <c:rich>
              <a:bodyPr wrap="square" lIns="38100" tIns="19050" rIns="38100" bIns="19050" anchor="ctr">
                <a:spAutoFit/>
              </a:bodyPr>
              <a:lstStyle/>
              <a:p>
                <a:pPr>
                  <a:defRPr>
                    <a:solidFill>
                      <a:schemeClr val="bg1"/>
                    </a:solidFill>
                  </a:defRPr>
                </a:pPr>
                <a:fld id="{CD0D7B19-E8F6-418C-997A-1E0EEFA3F2DE}" type="PERCENTAGE">
                  <a:rPr lang="en-US" sz="800" baseline="0">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57"/>
        <c:spPr>
          <a:solidFill>
            <a:schemeClr val="bg2">
              <a:lumMod val="65000"/>
            </a:schemeClr>
          </a:solidFill>
        </c:spPr>
        <c:dLbl>
          <c:idx val="0"/>
          <c:layout>
            <c:manualLayout>
              <c:x val="-0.13304681211337197"/>
              <c:y val="2.097208811921367E-2"/>
            </c:manualLayout>
          </c:layout>
          <c:tx>
            <c:rich>
              <a:bodyPr wrap="square" lIns="38100" tIns="19050" rIns="38100" bIns="19050" anchor="ctr">
                <a:spAutoFit/>
              </a:bodyPr>
              <a:lstStyle/>
              <a:p>
                <a:pPr>
                  <a:defRPr>
                    <a:solidFill>
                      <a:schemeClr val="bg1"/>
                    </a:solidFill>
                  </a:defRPr>
                </a:pPr>
                <a:fld id="{53FADC95-9836-42AF-AA3A-65886E80F8E3}" type="PERCENTAGE">
                  <a:rPr lang="en-US" sz="800" baseline="0">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6692950562482803"/>
                  <c:h val="0.18890109589124474"/>
                </c:manualLayout>
              </c15:layout>
              <c15:dlblFieldTable/>
              <c15:showDataLabelsRange val="0"/>
            </c:ext>
          </c:extLst>
        </c:dLbl>
      </c:pivotFmt>
      <c:pivotFmt>
        <c:idx val="58"/>
        <c:spPr>
          <a:solidFill>
            <a:schemeClr val="tx2">
              <a:lumMod val="50000"/>
              <a:lumOff val="50000"/>
            </a:schemeClr>
          </a:solidFill>
        </c:spPr>
        <c:dLbl>
          <c:idx val="0"/>
          <c:layout>
            <c:manualLayout>
              <c:x val="0.15153807200730343"/>
              <c:y val="0.1580275121859768"/>
            </c:manualLayout>
          </c:layout>
          <c:tx>
            <c:rich>
              <a:bodyPr wrap="square" lIns="38100" tIns="19050" rIns="38100" bIns="19050" anchor="ctr">
                <a:spAutoFit/>
              </a:bodyPr>
              <a:lstStyle/>
              <a:p>
                <a:pPr>
                  <a:defRPr>
                    <a:solidFill>
                      <a:schemeClr val="bg1"/>
                    </a:solidFill>
                  </a:defRPr>
                </a:pPr>
                <a:r>
                  <a:rPr lang="en-US" sz="800" baseline="0">
                    <a:solidFill>
                      <a:schemeClr val="bg1"/>
                    </a:solidFill>
                  </a:rPr>
                  <a:t>
</a:t>
                </a:r>
                <a:fld id="{5852A62A-D3E7-4C4D-AFA4-850F19B56781}" type="PERCENTAGE">
                  <a:rPr lang="en-US" sz="800" baseline="0">
                    <a:solidFill>
                      <a:schemeClr val="bg1"/>
                    </a:solidFill>
                  </a:rPr>
                  <a:pPr>
                    <a:defRPr>
                      <a:solidFill>
                        <a:schemeClr val="bg1"/>
                      </a:solidFill>
                    </a:defRPr>
                  </a:pPr>
                  <a:t>[PERCENTAGE]</a:t>
                </a:fld>
                <a:endParaRPr lang="en-US" sz="800" baseline="0">
                  <a:solidFill>
                    <a:schemeClr val="bg1"/>
                  </a:solidFill>
                </a:endParaRPr>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22748737589866483"/>
                  <c:h val="0.18884748781402325"/>
                </c:manualLayout>
              </c15:layout>
              <c15:dlblFieldTable/>
              <c15:showDataLabelsRange val="0"/>
            </c:ext>
          </c:extLst>
        </c:dLbl>
      </c:pivotFmt>
      <c:pivotFmt>
        <c:idx val="59"/>
        <c:spPr>
          <a:solidFill>
            <a:schemeClr val="accent1">
              <a:lumMod val="75000"/>
            </a:schemeClr>
          </a:solidFill>
        </c:spPr>
        <c:marker>
          <c:symbol val="none"/>
        </c:marker>
        <c:dLbl>
          <c:idx val="0"/>
          <c:spPr>
            <a:noFill/>
            <a:ln>
              <a:noFill/>
            </a:ln>
            <a:effectLst/>
          </c:spPr>
          <c:txPr>
            <a:bodyPr wrap="square" lIns="38100" tIns="19050" rIns="38100" bIns="19050" anchor="ctr">
              <a:spAutoFit/>
            </a:bodyPr>
            <a:lstStyle/>
            <a:p>
              <a:pPr>
                <a:defRPr>
                  <a:solidFill>
                    <a:schemeClr val="bg1"/>
                  </a:solidFill>
                </a:defRPr>
              </a:pPr>
              <a:endParaRPr lang="en-US"/>
            </a:p>
          </c:txPr>
          <c:showLegendKey val="0"/>
          <c:showVal val="0"/>
          <c:showCatName val="0"/>
          <c:showSerName val="0"/>
          <c:showPercent val="1"/>
          <c:showBubbleSize val="0"/>
          <c:extLst>
            <c:ext xmlns:c15="http://schemas.microsoft.com/office/drawing/2012/chart" uri="{CE6537A1-D6FC-4f65-9D91-7224C49458BB}"/>
          </c:extLst>
        </c:dLbl>
      </c:pivotFmt>
      <c:pivotFmt>
        <c:idx val="60"/>
        <c:spPr>
          <a:solidFill>
            <a:schemeClr val="bg2">
              <a:lumMod val="75000"/>
            </a:schemeClr>
          </a:solidFill>
        </c:spPr>
        <c:dLbl>
          <c:idx val="0"/>
          <c:layout>
            <c:manualLayout>
              <c:x val="-7.9025091292936292E-2"/>
              <c:y val="0.18829033089613803"/>
            </c:manualLayout>
          </c:layout>
          <c:tx>
            <c:rich>
              <a:bodyPr wrap="square" lIns="38100" tIns="19050" rIns="38100" bIns="19050" anchor="ctr">
                <a:spAutoFit/>
              </a:bodyPr>
              <a:lstStyle/>
              <a:p>
                <a:pPr>
                  <a:defRPr>
                    <a:solidFill>
                      <a:schemeClr val="bg1"/>
                    </a:solidFill>
                  </a:defRPr>
                </a:pPr>
                <a:fld id="{200DE69F-EC1B-4FD1-81B6-6AB154D9D875}" type="PERCENTAGE">
                  <a:rPr lang="en-US">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dlblFieldTable/>
              <c15:showDataLabelsRange val="0"/>
            </c:ext>
          </c:extLst>
        </c:dLbl>
      </c:pivotFmt>
      <c:pivotFmt>
        <c:idx val="61"/>
        <c:spPr>
          <a:solidFill>
            <a:schemeClr val="accent1">
              <a:lumMod val="50000"/>
            </a:schemeClr>
          </a:solidFill>
        </c:spPr>
      </c:pivotFmt>
      <c:pivotFmt>
        <c:idx val="62"/>
        <c:spPr>
          <a:solidFill>
            <a:schemeClr val="accent2"/>
          </a:solidFill>
        </c:spPr>
        <c:dLbl>
          <c:idx val="0"/>
          <c:layout>
            <c:manualLayout>
              <c:x val="-0.12365993672343378"/>
              <c:y val="6.288706082912468E-2"/>
            </c:manualLayout>
          </c:layout>
          <c:tx>
            <c:rich>
              <a:bodyPr wrap="square" lIns="38100" tIns="19050" rIns="38100" bIns="19050" anchor="ctr">
                <a:spAutoFit/>
              </a:bodyPr>
              <a:lstStyle/>
              <a:p>
                <a:pPr>
                  <a:defRPr>
                    <a:solidFill>
                      <a:schemeClr val="bg1"/>
                    </a:solidFill>
                  </a:defRPr>
                </a:pPr>
                <a:fld id="{CD0D7B19-E8F6-418C-997A-1E0EEFA3F2DE}" type="PERCENTAGE">
                  <a:rPr lang="en-US" sz="800" baseline="0">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Lst>
        </c:dLbl>
      </c:pivotFmt>
      <c:pivotFmt>
        <c:idx val="63"/>
        <c:spPr>
          <a:solidFill>
            <a:schemeClr val="bg2">
              <a:lumMod val="65000"/>
            </a:schemeClr>
          </a:solidFill>
        </c:spPr>
        <c:dLbl>
          <c:idx val="0"/>
          <c:layout>
            <c:manualLayout>
              <c:x val="-0.13304681211337197"/>
              <c:y val="2.097208811921367E-2"/>
            </c:manualLayout>
          </c:layout>
          <c:tx>
            <c:rich>
              <a:bodyPr wrap="square" lIns="38100" tIns="19050" rIns="38100" bIns="19050" anchor="ctr">
                <a:spAutoFit/>
              </a:bodyPr>
              <a:lstStyle/>
              <a:p>
                <a:pPr>
                  <a:defRPr>
                    <a:solidFill>
                      <a:schemeClr val="bg1"/>
                    </a:solidFill>
                  </a:defRPr>
                </a:pPr>
                <a:fld id="{53FADC95-9836-42AF-AA3A-65886E80F8E3}" type="PERCENTAGE">
                  <a:rPr lang="en-US" sz="800" baseline="0">
                    <a:solidFill>
                      <a:schemeClr val="bg1"/>
                    </a:solidFill>
                  </a:rPr>
                  <a:pPr>
                    <a:defRPr>
                      <a:solidFill>
                        <a:schemeClr val="bg1"/>
                      </a:solidFill>
                    </a:defRPr>
                  </a:pPr>
                  <a:t>[PERCENTAGE]</a:t>
                </a:fld>
                <a:endParaRPr lang="en-IN"/>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16692950562482803"/>
                  <c:h val="0.18890109589124474"/>
                </c:manualLayout>
              </c15:layout>
              <c15:dlblFieldTable/>
              <c15:showDataLabelsRange val="0"/>
            </c:ext>
          </c:extLst>
        </c:dLbl>
      </c:pivotFmt>
      <c:pivotFmt>
        <c:idx val="64"/>
        <c:spPr>
          <a:solidFill>
            <a:schemeClr val="tx2">
              <a:lumMod val="50000"/>
              <a:lumOff val="50000"/>
            </a:schemeClr>
          </a:solidFill>
        </c:spPr>
        <c:dLbl>
          <c:idx val="0"/>
          <c:layout>
            <c:manualLayout>
              <c:x val="0.15153807200730343"/>
              <c:y val="0.1580275121859768"/>
            </c:manualLayout>
          </c:layout>
          <c:tx>
            <c:rich>
              <a:bodyPr wrap="square" lIns="38100" tIns="19050" rIns="38100" bIns="19050" anchor="ctr">
                <a:spAutoFit/>
              </a:bodyPr>
              <a:lstStyle/>
              <a:p>
                <a:pPr>
                  <a:defRPr>
                    <a:solidFill>
                      <a:schemeClr val="bg1"/>
                    </a:solidFill>
                  </a:defRPr>
                </a:pPr>
                <a:r>
                  <a:rPr lang="en-US" sz="800" baseline="0">
                    <a:solidFill>
                      <a:schemeClr val="bg1"/>
                    </a:solidFill>
                  </a:rPr>
                  <a:t>
</a:t>
                </a:r>
                <a:fld id="{5852A62A-D3E7-4C4D-AFA4-850F19B56781}" type="PERCENTAGE">
                  <a:rPr lang="en-US" sz="800" baseline="0">
                    <a:solidFill>
                      <a:schemeClr val="bg1"/>
                    </a:solidFill>
                  </a:rPr>
                  <a:pPr>
                    <a:defRPr>
                      <a:solidFill>
                        <a:schemeClr val="bg1"/>
                      </a:solidFill>
                    </a:defRPr>
                  </a:pPr>
                  <a:t>[PERCENTAGE]</a:t>
                </a:fld>
                <a:endParaRPr lang="en-US" sz="800" baseline="0">
                  <a:solidFill>
                    <a:schemeClr val="bg1"/>
                  </a:solidFill>
                </a:endParaRPr>
              </a:p>
            </c:rich>
          </c:tx>
          <c:spPr>
            <a:noFill/>
            <a:ln>
              <a:noFill/>
            </a:ln>
            <a:effectLst/>
          </c:spPr>
          <c:dLblPos val="bestFit"/>
          <c:showLegendKey val="0"/>
          <c:showVal val="0"/>
          <c:showCatName val="0"/>
          <c:showSerName val="0"/>
          <c:showPercent val="1"/>
          <c:showBubbleSize val="0"/>
          <c:extLst>
            <c:ext xmlns:c15="http://schemas.microsoft.com/office/drawing/2012/chart" uri="{CE6537A1-D6FC-4f65-9D91-7224C49458BB}">
              <c15:layout>
                <c:manualLayout>
                  <c:w val="0.22748737589866483"/>
                  <c:h val="0.18884748781402325"/>
                </c:manualLayout>
              </c15:layout>
              <c15:dlblFieldTable/>
              <c15:showDataLabelsRange val="0"/>
            </c:ext>
          </c:extLst>
        </c:dLbl>
      </c:pivotFmt>
    </c:pivotFmts>
    <c:plotArea>
      <c:layout>
        <c:manualLayout>
          <c:layoutTarget val="inner"/>
          <c:xMode val="edge"/>
          <c:yMode val="edge"/>
          <c:x val="0.1046110065046217"/>
          <c:y val="0.17044549118860142"/>
          <c:w val="0.58534383202099738"/>
          <c:h val="0.7668259808135337"/>
        </c:manualLayout>
      </c:layout>
      <c:pieChart>
        <c:varyColors val="1"/>
        <c:ser>
          <c:idx val="0"/>
          <c:order val="0"/>
          <c:tx>
            <c:strRef>
              <c:f>Subjective!$E$13</c:f>
              <c:strCache>
                <c:ptCount val="1"/>
                <c:pt idx="0">
                  <c:v>Total</c:v>
                </c:pt>
              </c:strCache>
            </c:strRef>
          </c:tx>
          <c:spPr>
            <a:solidFill>
              <a:schemeClr val="accent1">
                <a:lumMod val="75000"/>
              </a:schemeClr>
            </a:solidFill>
          </c:spPr>
          <c:dPt>
            <c:idx val="0"/>
            <c:bubble3D val="0"/>
            <c:spPr>
              <a:solidFill>
                <a:schemeClr val="bg2">
                  <a:lumMod val="75000"/>
                </a:schemeClr>
              </a:solidFill>
            </c:spPr>
            <c:extLst>
              <c:ext xmlns:c16="http://schemas.microsoft.com/office/drawing/2014/chart" uri="{C3380CC4-5D6E-409C-BE32-E72D297353CC}">
                <c16:uniqueId val="{00000001-5A79-4D2B-8F2E-9530AEDEBCFE}"/>
              </c:ext>
            </c:extLst>
          </c:dPt>
          <c:dPt>
            <c:idx val="1"/>
            <c:bubble3D val="0"/>
            <c:spPr>
              <a:solidFill>
                <a:schemeClr val="accent1">
                  <a:lumMod val="50000"/>
                </a:schemeClr>
              </a:solidFill>
            </c:spPr>
            <c:extLst>
              <c:ext xmlns:c16="http://schemas.microsoft.com/office/drawing/2014/chart" uri="{C3380CC4-5D6E-409C-BE32-E72D297353CC}">
                <c16:uniqueId val="{00000003-5A79-4D2B-8F2E-9530AEDEBCFE}"/>
              </c:ext>
            </c:extLst>
          </c:dPt>
          <c:dPt>
            <c:idx val="2"/>
            <c:bubble3D val="0"/>
            <c:spPr>
              <a:solidFill>
                <a:schemeClr val="accent2"/>
              </a:solidFill>
            </c:spPr>
            <c:extLst>
              <c:ext xmlns:c16="http://schemas.microsoft.com/office/drawing/2014/chart" uri="{C3380CC4-5D6E-409C-BE32-E72D297353CC}">
                <c16:uniqueId val="{00000005-5A79-4D2B-8F2E-9530AEDEBCFE}"/>
              </c:ext>
            </c:extLst>
          </c:dPt>
          <c:dPt>
            <c:idx val="3"/>
            <c:bubble3D val="0"/>
            <c:spPr>
              <a:solidFill>
                <a:schemeClr val="bg2">
                  <a:lumMod val="65000"/>
                </a:schemeClr>
              </a:solidFill>
            </c:spPr>
            <c:extLst>
              <c:ext xmlns:c16="http://schemas.microsoft.com/office/drawing/2014/chart" uri="{C3380CC4-5D6E-409C-BE32-E72D297353CC}">
                <c16:uniqueId val="{00000007-5A79-4D2B-8F2E-9530AEDEBCFE}"/>
              </c:ext>
            </c:extLst>
          </c:dPt>
          <c:dPt>
            <c:idx val="4"/>
            <c:bubble3D val="0"/>
            <c:extLst>
              <c:ext xmlns:c16="http://schemas.microsoft.com/office/drawing/2014/chart" uri="{C3380CC4-5D6E-409C-BE32-E72D297353CC}">
                <c16:uniqueId val="{00000008-5A79-4D2B-8F2E-9530AEDEBCFE}"/>
              </c:ext>
            </c:extLst>
          </c:dPt>
          <c:dPt>
            <c:idx val="5"/>
            <c:bubble3D val="0"/>
            <c:spPr>
              <a:solidFill>
                <a:schemeClr val="tx2">
                  <a:lumMod val="50000"/>
                </a:schemeClr>
              </a:solidFill>
            </c:spPr>
            <c:extLst>
              <c:ext xmlns:c16="http://schemas.microsoft.com/office/drawing/2014/chart" uri="{C3380CC4-5D6E-409C-BE32-E72D297353CC}">
                <c16:uniqueId val="{0000000A-5A79-4D2B-8F2E-9530AEDEBCFE}"/>
              </c:ext>
            </c:extLst>
          </c:dPt>
          <c:dLbls>
            <c:dLbl>
              <c:idx val="0"/>
              <c:layout>
                <c:manualLayout>
                  <c:x val="-7.9025091292936292E-2"/>
                  <c:y val="0.18829033089613803"/>
                </c:manualLayout>
              </c:layout>
              <c:tx>
                <c:rich>
                  <a:bodyPr/>
                  <a:lstStyle/>
                  <a:p>
                    <a:fld id="{200DE69F-EC1B-4FD1-81B6-6AB154D9D875}" type="PERCENTAGE">
                      <a:rPr lang="en-US">
                        <a:solidFill>
                          <a:schemeClr val="bg1"/>
                        </a:solidFill>
                      </a:rPr>
                      <a:pPr/>
                      <a:t>[PERCENTAGE]</a:t>
                    </a:fld>
                    <a:endParaRPr lang="en-IN"/>
                  </a:p>
                </c:rich>
              </c:tx>
              <c:dLblPos val="bestFit"/>
              <c:showLegendKey val="0"/>
              <c:showVal val="0"/>
              <c:showCatName val="0"/>
              <c:showSerName val="0"/>
              <c:showPercent val="1"/>
              <c:showBubbleSize val="0"/>
              <c:extLst>
                <c:ext xmlns:c15="http://schemas.microsoft.com/office/drawing/2012/chart" uri="{CE6537A1-D6FC-4f65-9D91-7224C49458BB}">
                  <c15:layout/>
                  <c15:dlblFieldTable/>
                  <c15:showDataLabelsRange val="0"/>
                </c:ext>
                <c:ext xmlns:c16="http://schemas.microsoft.com/office/drawing/2014/chart" uri="{C3380CC4-5D6E-409C-BE32-E72D297353CC}">
                  <c16:uniqueId val="{00000001-5A79-4D2B-8F2E-9530AEDEBCFE}"/>
                </c:ext>
              </c:extLst>
            </c:dLbl>
            <c:dLbl>
              <c:idx val="2"/>
              <c:layout>
                <c:manualLayout>
                  <c:x val="-0.12365993672343378"/>
                  <c:y val="6.288706082912468E-2"/>
                </c:manualLayout>
              </c:layout>
              <c:tx>
                <c:rich>
                  <a:bodyPr/>
                  <a:lstStyle/>
                  <a:p>
                    <a:fld id="{CD0D7B19-E8F6-418C-997A-1E0EEFA3F2DE}" type="PERCENTAGE">
                      <a:rPr lang="en-US" sz="800" baseline="0">
                        <a:solidFill>
                          <a:schemeClr val="bg1"/>
                        </a:solidFill>
                      </a:rPr>
                      <a:pPr/>
                      <a:t>[PERCENTAGE]</a:t>
                    </a:fld>
                    <a:endParaRPr lang="en-IN"/>
                  </a:p>
                </c:rich>
              </c:tx>
              <c:dLblPos val="bestFit"/>
              <c:showLegendKey val="0"/>
              <c:showVal val="0"/>
              <c:showCatName val="0"/>
              <c:showSerName val="0"/>
              <c:showPercent val="1"/>
              <c:showBubbleSize val="0"/>
              <c:extLst>
                <c:ext xmlns:c15="http://schemas.microsoft.com/office/drawing/2012/chart" uri="{CE6537A1-D6FC-4f65-9D91-7224C49458BB}">
                  <c15:layout>
                    <c:manualLayout>
                      <c:w val="0.15698450552688747"/>
                      <c:h val="0.18173216885007279"/>
                    </c:manualLayout>
                  </c15:layout>
                  <c15:dlblFieldTable/>
                  <c15:showDataLabelsRange val="0"/>
                </c:ext>
                <c:ext xmlns:c16="http://schemas.microsoft.com/office/drawing/2014/chart" uri="{C3380CC4-5D6E-409C-BE32-E72D297353CC}">
                  <c16:uniqueId val="{00000005-5A79-4D2B-8F2E-9530AEDEBCFE}"/>
                </c:ext>
              </c:extLst>
            </c:dLbl>
            <c:dLbl>
              <c:idx val="3"/>
              <c:layout>
                <c:manualLayout>
                  <c:x val="-0.13304681211337197"/>
                  <c:y val="2.097208811921367E-2"/>
                </c:manualLayout>
              </c:layout>
              <c:tx>
                <c:rich>
                  <a:bodyPr/>
                  <a:lstStyle/>
                  <a:p>
                    <a:fld id="{53FADC95-9836-42AF-AA3A-65886E80F8E3}" type="PERCENTAGE">
                      <a:rPr lang="en-US" sz="800" baseline="0">
                        <a:solidFill>
                          <a:schemeClr val="bg1"/>
                        </a:solidFill>
                      </a:rPr>
                      <a:pPr/>
                      <a:t>[PERCENTAGE]</a:t>
                    </a:fld>
                    <a:endParaRPr lang="en-IN"/>
                  </a:p>
                </c:rich>
              </c:tx>
              <c:dLblPos val="bestFit"/>
              <c:showLegendKey val="0"/>
              <c:showVal val="0"/>
              <c:showCatName val="0"/>
              <c:showSerName val="0"/>
              <c:showPercent val="1"/>
              <c:showBubbleSize val="0"/>
              <c:extLst>
                <c:ext xmlns:c15="http://schemas.microsoft.com/office/drawing/2012/chart" uri="{CE6537A1-D6FC-4f65-9D91-7224C49458BB}">
                  <c15:layout>
                    <c:manualLayout>
                      <c:w val="0.16692950562482803"/>
                      <c:h val="0.18890109589124474"/>
                    </c:manualLayout>
                  </c15:layout>
                  <c15:dlblFieldTable/>
                  <c15:showDataLabelsRange val="0"/>
                </c:ext>
                <c:ext xmlns:c16="http://schemas.microsoft.com/office/drawing/2014/chart" uri="{C3380CC4-5D6E-409C-BE32-E72D297353CC}">
                  <c16:uniqueId val="{00000007-5A79-4D2B-8F2E-9530AEDEBCFE}"/>
                </c:ext>
              </c:extLst>
            </c:dLbl>
            <c:dLbl>
              <c:idx val="5"/>
              <c:layout>
                <c:manualLayout>
                  <c:x val="0.15153807200730343"/>
                  <c:y val="0.1580275121859768"/>
                </c:manualLayout>
              </c:layout>
              <c:tx>
                <c:rich>
                  <a:bodyPr/>
                  <a:lstStyle/>
                  <a:p>
                    <a:r>
                      <a:rPr lang="en-US" sz="800" baseline="0">
                        <a:solidFill>
                          <a:schemeClr val="bg1"/>
                        </a:solidFill>
                      </a:rPr>
                      <a:t>
</a:t>
                    </a:r>
                    <a:fld id="{5852A62A-D3E7-4C4D-AFA4-850F19B56781}" type="PERCENTAGE">
                      <a:rPr lang="en-US" sz="800" baseline="0">
                        <a:solidFill>
                          <a:schemeClr val="bg1"/>
                        </a:solidFill>
                      </a:rPr>
                      <a:pPr/>
                      <a:t>[PERCENTAGE]</a:t>
                    </a:fld>
                    <a:endParaRPr lang="en-US" sz="800" baseline="0">
                      <a:solidFill>
                        <a:schemeClr val="bg1"/>
                      </a:solidFill>
                    </a:endParaRPr>
                  </a:p>
                </c:rich>
              </c:tx>
              <c:dLblPos val="bestFit"/>
              <c:showLegendKey val="0"/>
              <c:showVal val="0"/>
              <c:showCatName val="0"/>
              <c:showSerName val="0"/>
              <c:showPercent val="1"/>
              <c:showBubbleSize val="0"/>
              <c:extLst>
                <c:ext xmlns:c15="http://schemas.microsoft.com/office/drawing/2012/chart" uri="{CE6537A1-D6FC-4f65-9D91-7224C49458BB}">
                  <c15:layout>
                    <c:manualLayout>
                      <c:w val="0.22748737589866483"/>
                      <c:h val="0.18884748781402325"/>
                    </c:manualLayout>
                  </c15:layout>
                  <c15:dlblFieldTable/>
                  <c15:showDataLabelsRange val="0"/>
                </c:ext>
                <c:ext xmlns:c16="http://schemas.microsoft.com/office/drawing/2014/chart" uri="{C3380CC4-5D6E-409C-BE32-E72D297353CC}">
                  <c16:uniqueId val="{0000000A-5A79-4D2B-8F2E-9530AEDEBCFE}"/>
                </c:ext>
              </c:extLst>
            </c:dLbl>
            <c:spPr>
              <a:noFill/>
              <a:ln>
                <a:noFill/>
              </a:ln>
              <a:effectLst/>
            </c:spPr>
            <c:txPr>
              <a:bodyPr wrap="square" lIns="38100" tIns="19050" rIns="38100" bIns="19050" anchor="ctr">
                <a:spAutoFit/>
              </a:bodyPr>
              <a:lstStyle/>
              <a:p>
                <a:pPr>
                  <a:defRPr>
                    <a:solidFill>
                      <a:schemeClr val="bg1"/>
                    </a:solidFill>
                  </a:defRPr>
                </a:pPr>
                <a:endParaRPr lang="en-US"/>
              </a:p>
            </c:txPr>
            <c:showLegendKey val="0"/>
            <c:showVal val="0"/>
            <c:showCatName val="0"/>
            <c:showSerName val="0"/>
            <c:showPercent val="1"/>
            <c:showBubbleSize val="0"/>
            <c:showLeaderLines val="1"/>
            <c:extLst>
              <c:ext xmlns:c15="http://schemas.microsoft.com/office/drawing/2012/chart" uri="{CE6537A1-D6FC-4f65-9D91-7224C49458BB}">
                <c15:layout/>
              </c:ext>
            </c:extLst>
          </c:dLbls>
          <c:cat>
            <c:strRef>
              <c:f>Subjective!$D$14:$D$20</c:f>
              <c:strCache>
                <c:ptCount val="6"/>
                <c:pt idx="0">
                  <c:v>busy</c:v>
                </c:pt>
                <c:pt idx="1">
                  <c:v>completed</c:v>
                </c:pt>
                <c:pt idx="2">
                  <c:v>failed</c:v>
                </c:pt>
                <c:pt idx="3">
                  <c:v>incomplete</c:v>
                </c:pt>
                <c:pt idx="4">
                  <c:v>N/A</c:v>
                </c:pt>
                <c:pt idx="5">
                  <c:v>no-answer</c:v>
                </c:pt>
              </c:strCache>
            </c:strRef>
          </c:cat>
          <c:val>
            <c:numRef>
              <c:f>Subjective!$E$14:$E$20</c:f>
              <c:numCache>
                <c:formatCode>General</c:formatCode>
                <c:ptCount val="6"/>
                <c:pt idx="0">
                  <c:v>1270</c:v>
                </c:pt>
                <c:pt idx="1">
                  <c:v>3453</c:v>
                </c:pt>
                <c:pt idx="2">
                  <c:v>1214</c:v>
                </c:pt>
                <c:pt idx="3">
                  <c:v>875</c:v>
                </c:pt>
                <c:pt idx="4">
                  <c:v>19486</c:v>
                </c:pt>
                <c:pt idx="5">
                  <c:v>1729</c:v>
                </c:pt>
              </c:numCache>
            </c:numRef>
          </c:val>
          <c:extLst>
            <c:ext xmlns:c16="http://schemas.microsoft.com/office/drawing/2014/chart" uri="{C3380CC4-5D6E-409C-BE32-E72D297353CC}">
              <c16:uniqueId val="{0000000B-5A79-4D2B-8F2E-9530AEDEBCFE}"/>
            </c:ext>
          </c:extLst>
        </c:ser>
        <c:dLbls>
          <c:dLblPos val="inEnd"/>
          <c:showLegendKey val="0"/>
          <c:showVal val="0"/>
          <c:showCatName val="0"/>
          <c:showSerName val="0"/>
          <c:showPercent val="1"/>
          <c:showBubbleSize val="0"/>
          <c:showLeaderLines val="1"/>
        </c:dLbls>
        <c:firstSliceAng val="0"/>
      </c:pieChart>
    </c:plotArea>
    <c:legend>
      <c:legendPos val="r"/>
      <c:layout>
        <c:manualLayout>
          <c:xMode val="edge"/>
          <c:yMode val="edge"/>
          <c:x val="0.6744575915782266"/>
          <c:y val="0.18629253374578178"/>
          <c:w val="0.29688273739153709"/>
          <c:h val="0.70329252360661698"/>
        </c:manualLayout>
      </c:layout>
      <c:overlay val="0"/>
    </c:legend>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1">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[AstroSage_analysis_vikas.xlsx]Subjective!chat_status_pivot</c:name>
    <c:fmtId val="14"/>
  </c:pivotSource>
  <c:chart>
    <c:title>
      <c:tx>
        <c:rich>
          <a:bodyPr rot="0" vert="horz"/>
          <a:lstStyle/>
          <a:p>
            <a:pPr>
              <a:defRPr/>
            </a:pPr>
            <a:r>
              <a:rPr lang="en-IN" sz="1400"/>
              <a:t>Chat Status</a:t>
            </a:r>
          </a:p>
        </c:rich>
      </c:tx>
      <c:layout>
        <c:manualLayout>
          <c:xMode val="edge"/>
          <c:yMode val="edge"/>
          <c:x val="0.64986716278259127"/>
          <c:y val="2.2267832148723445E-2"/>
        </c:manualLayout>
      </c:layout>
      <c:overlay val="0"/>
    </c:title>
    <c:autoTitleDeleted val="0"/>
    <c:pivotFmts>
      <c:pivotFmt>
        <c:idx val="0"/>
        <c:dLbl>
          <c:idx val="0"/>
          <c:dLblPos val="outEnd"/>
          <c:showLegendKey val="0"/>
          <c:showVal val="0"/>
          <c:showCatName val="1"/>
          <c:showSerName val="0"/>
          <c:showPercent val="1"/>
          <c:showBubbleSize val="0"/>
          <c:extLst>
            <c:ext xmlns:c15="http://schemas.microsoft.com/office/drawing/2012/chart" uri="{CE6537A1-D6FC-4f65-9D91-7224C49458BB}"/>
          </c:extLst>
        </c:dLbl>
      </c:pivotFmt>
      <c:pivotFmt>
        <c:idx val="1"/>
        <c:dLbl>
          <c:idx val="0"/>
          <c:layout>
            <c:manualLayout>
              <c:x val="8.6240847606903898E-2"/>
              <c:y val="0.38536953242835587"/>
            </c:manualLayout>
          </c:layout>
          <c:dLblPos val="bestFit"/>
          <c:showLegendKey val="0"/>
          <c:showVal val="0"/>
          <c:showCatName val="1"/>
          <c:showSerName val="0"/>
          <c:showPercent val="1"/>
          <c:showBubbleSize val="0"/>
          <c:extLst>
            <c:ext xmlns:c15="http://schemas.microsoft.com/office/drawing/2012/chart" uri="{CE6537A1-D6FC-4f65-9D91-7224C49458BB}"/>
          </c:extLst>
        </c:dLbl>
      </c:pivotFmt>
      <c:pivotFmt>
        <c:idx val="2"/>
        <c:dLbl>
          <c:idx val="0"/>
          <c:layout>
            <c:manualLayout>
              <c:x val="1.6694490818030025E-2"/>
              <c:y val="-5.2790346907994105E-2"/>
            </c:manualLayout>
          </c:layout>
          <c:dLblPos val="bestFit"/>
          <c:showLegendKey val="0"/>
          <c:showVal val="0"/>
          <c:showCatName val="1"/>
          <c:showSerName val="0"/>
          <c:showPercent val="1"/>
          <c:showBubbleSize val="0"/>
          <c:extLst>
            <c:ext xmlns:c15="http://schemas.microsoft.com/office/drawing/2012/chart" uri="{CE6537A1-D6FC-4f65-9D91-7224C49458BB}">
              <c15:layout>
                <c:manualLayout>
                  <c:w val="0.16738045473865015"/>
                  <c:h val="0.22785715134024537"/>
                </c:manualLayout>
              </c15:layout>
            </c:ext>
          </c:extLst>
        </c:dLbl>
      </c:pivotFmt>
      <c:pivotFmt>
        <c:idx val="3"/>
        <c:dLbl>
          <c:idx val="0"/>
          <c:layout>
            <c:manualLayout>
              <c:x val="-0.33093585547215609"/>
              <c:y val="0.21840981698554651"/>
            </c:manualLayout>
          </c:layout>
          <c:tx>
            <c:rich>
              <a:bodyPr/>
              <a:lstStyle/>
              <a:p>
                <a:r>
                  <a:rPr lang="en-IN"/>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4692334994018903"/>
                  <c:h val="0.20662462441063642"/>
                </c:manualLayout>
              </c15:layout>
            </c:ext>
          </c:extLst>
        </c:dLbl>
      </c:pivotFmt>
      <c:pivotFmt>
        <c:idx val="4"/>
        <c:dLbl>
          <c:idx val="0"/>
          <c:layout>
            <c:manualLayout>
              <c:x val="0.31149597535700346"/>
              <c:y val="0.15960677426633887"/>
            </c:manualLayout>
          </c:layout>
          <c:tx>
            <c:rich>
              <a:bodyPr/>
              <a:lstStyle/>
              <a:p>
                <a:r>
                  <a:rPr lang="en-IN"/>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5619689859301812"/>
                  <c:h val="0.23609458319972446"/>
                </c:manualLayout>
              </c15:layout>
            </c:ext>
          </c:extLst>
        </c:dLbl>
      </c:pivotFmt>
      <c:pivotFmt>
        <c:idx val="5"/>
        <c:dLbl>
          <c:idx val="0"/>
          <c:dLblPos val="outEnd"/>
          <c:showLegendKey val="0"/>
          <c:showVal val="0"/>
          <c:showCatName val="1"/>
          <c:showSerName val="0"/>
          <c:showPercent val="1"/>
          <c:showBubbleSize val="0"/>
          <c:extLst>
            <c:ext xmlns:c15="http://schemas.microsoft.com/office/drawing/2012/chart" uri="{CE6537A1-D6FC-4f65-9D91-7224C49458BB}"/>
          </c:extLst>
        </c:dLbl>
      </c:pivotFmt>
      <c:pivotFmt>
        <c:idx val="6"/>
        <c:dLbl>
          <c:idx val="0"/>
          <c:layout>
            <c:manualLayout>
              <c:x val="8.6240847606903898E-2"/>
              <c:y val="0.38536953242835587"/>
            </c:manualLayout>
          </c:layout>
          <c:dLblPos val="bestFit"/>
          <c:showLegendKey val="0"/>
          <c:showVal val="0"/>
          <c:showCatName val="1"/>
          <c:showSerName val="0"/>
          <c:showPercent val="1"/>
          <c:showBubbleSize val="0"/>
          <c:extLst>
            <c:ext xmlns:c15="http://schemas.microsoft.com/office/drawing/2012/chart" uri="{CE6537A1-D6FC-4f65-9D91-7224C49458BB}"/>
          </c:extLst>
        </c:dLbl>
      </c:pivotFmt>
      <c:pivotFmt>
        <c:idx val="7"/>
        <c:dLbl>
          <c:idx val="0"/>
          <c:layout>
            <c:manualLayout>
              <c:x val="1.6694490818030025E-2"/>
              <c:y val="-5.2790346907994105E-2"/>
            </c:manualLayout>
          </c:layout>
          <c:dLblPos val="bestFit"/>
          <c:showLegendKey val="0"/>
          <c:showVal val="0"/>
          <c:showCatName val="1"/>
          <c:showSerName val="0"/>
          <c:showPercent val="1"/>
          <c:showBubbleSize val="0"/>
          <c:extLst>
            <c:ext xmlns:c15="http://schemas.microsoft.com/office/drawing/2012/chart" uri="{CE6537A1-D6FC-4f65-9D91-7224C49458BB}">
              <c15:layout>
                <c:manualLayout>
                  <c:w val="0.16738045473865015"/>
                  <c:h val="0.22785715134024537"/>
                </c:manualLayout>
              </c15:layout>
            </c:ext>
          </c:extLst>
        </c:dLbl>
      </c:pivotFmt>
      <c:pivotFmt>
        <c:idx val="8"/>
        <c:dLbl>
          <c:idx val="0"/>
          <c:layout>
            <c:manualLayout>
              <c:x val="-0.33093585547215609"/>
              <c:y val="0.21840981698554651"/>
            </c:manualLayout>
          </c:layout>
          <c:tx>
            <c:rich>
              <a:bodyPr/>
              <a:lstStyle/>
              <a:p>
                <a:r>
                  <a:rPr lang="en-IN"/>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4692334994018903"/>
                  <c:h val="0.20662462441063642"/>
                </c:manualLayout>
              </c15:layout>
            </c:ext>
          </c:extLst>
        </c:dLbl>
      </c:pivotFmt>
      <c:pivotFmt>
        <c:idx val="9"/>
        <c:dLbl>
          <c:idx val="0"/>
          <c:layout>
            <c:manualLayout>
              <c:x val="0.31149597535700346"/>
              <c:y val="0.15960677426633887"/>
            </c:manualLayout>
          </c:layout>
          <c:tx>
            <c:rich>
              <a:bodyPr/>
              <a:lstStyle/>
              <a:p>
                <a:r>
                  <a:rPr lang="en-IN"/>
                  <a:t>Add text</a:t>
                </a:r>
              </a:p>
            </c:rich>
          </c:tx>
          <c:dLblPos val="bestFit"/>
          <c:showLegendKey val="0"/>
          <c:showVal val="0"/>
          <c:showCatName val="1"/>
          <c:showSerName val="0"/>
          <c:showPercent val="1"/>
          <c:showBubbleSize val="0"/>
          <c:extLst>
            <c:ext xmlns:c15="http://schemas.microsoft.com/office/drawing/2012/chart" uri="{CE6537A1-D6FC-4f65-9D91-7224C49458BB}">
              <c15:layout>
                <c:manualLayout>
                  <c:w val="0.35619689859301812"/>
                  <c:h val="0.23609458319972446"/>
                </c:manualLayout>
              </c15:layout>
            </c:ext>
          </c:extLst>
        </c:dLbl>
      </c:pivotFmt>
      <c:pivotFmt>
        <c:idx val="10"/>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11"/>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12"/>
        <c:spPr>
          <a:solidFill>
            <a:schemeClr val="accent3"/>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13"/>
        <c:spPr>
          <a:solidFill>
            <a:schemeClr val="accent4"/>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14"/>
        <c:spPr>
          <a:solidFill>
            <a:schemeClr val="accent1"/>
          </a:solidFill>
          <a:ln>
            <a:noFill/>
          </a:ln>
          <a:effectLst/>
          <a:scene3d>
            <a:camera prst="orthographicFront"/>
            <a:lightRig rig="brightRoom" dir="t"/>
          </a:scene3d>
          <a:sp3d prstMaterial="flat">
            <a:bevelT w="50800" h="101600" prst="angle"/>
            <a:contourClr>
              <a:srgbClr val="000000"/>
            </a:contourClr>
          </a:sp3d>
        </c:spPr>
        <c:marker>
          <c:symbol val="circle"/>
          <c:size val="6"/>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15"/>
        <c:spPr>
          <a:solidFill>
            <a:schemeClr val="accent1"/>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16"/>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17"/>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18"/>
        <c:spPr>
          <a:solidFill>
            <a:schemeClr val="accent1"/>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19"/>
        <c:spPr>
          <a:solidFill>
            <a:schemeClr val="accent1"/>
          </a:solidFill>
          <a:ln>
            <a:noFill/>
          </a:ln>
          <a:effectLst/>
          <a:scene3d>
            <a:camera prst="orthographicFront"/>
            <a:lightRig rig="brightRoom" dir="t"/>
          </a:scene3d>
          <a:sp3d prstMaterial="flat">
            <a:bevelT w="50800" h="101600" prst="angle"/>
            <a:contourClr>
              <a:srgbClr val="000000"/>
            </a:contourClr>
          </a:sp3d>
        </c:spPr>
        <c:dLbl>
          <c:idx val="0"/>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extLst>
        </c:dLbl>
      </c:pivotFmt>
      <c:pivotFmt>
        <c:idx val="20"/>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21"/>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22"/>
        <c:spPr>
          <a:solidFill>
            <a:schemeClr val="accent1">
              <a:lumMod val="20000"/>
              <a:lumOff val="80000"/>
            </a:schemeClr>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23"/>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4"/>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25"/>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ext>
          </c:extLst>
        </c:dLbl>
      </c:pivotFmt>
      <c:pivotFmt>
        <c:idx val="26"/>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ext>
          </c:extLst>
        </c:dLbl>
      </c:pivotFmt>
      <c:pivotFmt>
        <c:idx val="27"/>
        <c:spPr>
          <a:solidFill>
            <a:schemeClr val="accent1"/>
          </a:solidFill>
          <a:ln>
            <a:noFill/>
          </a:ln>
          <a:effectLst/>
          <a:scene3d>
            <a:camera prst="orthographicFront"/>
            <a:lightRig rig="brightRoom" dir="t"/>
          </a:scene3d>
          <a:sp3d prstMaterial="flat">
            <a:bevelT w="50800" h="101600" prst="angle"/>
            <a:contourClr>
              <a:srgbClr val="000000"/>
            </a:contourClr>
          </a:sp3d>
        </c:spPr>
      </c:pivotFmt>
      <c:pivotFmt>
        <c:idx val="28"/>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18695459249056007"/>
              <c:y val="0.2214340565507914"/>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ext>
          </c:extLst>
        </c:dLbl>
      </c:pivotFmt>
      <c:pivotFmt>
        <c:idx val="29"/>
        <c:spPr>
          <a:solidFill>
            <a:schemeClr val="accent1">
              <a:lumMod val="20000"/>
              <a:lumOff val="80000"/>
            </a:schemeClr>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0"/>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1"/>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32"/>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ext>
          </c:extLst>
        </c:dLbl>
      </c:pivotFmt>
      <c:pivotFmt>
        <c:idx val="33"/>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ext>
          </c:extLst>
        </c:dLbl>
      </c:pivotFmt>
      <c:pivotFmt>
        <c:idx val="34"/>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18695459249056007"/>
              <c:y val="0.2214340565507914"/>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ext>
          </c:extLst>
        </c:dLbl>
      </c:pivotFmt>
      <c:pivotFmt>
        <c:idx val="35"/>
        <c:spPr>
          <a:solidFill>
            <a:schemeClr val="accent1">
              <a:lumMod val="20000"/>
              <a:lumOff val="80000"/>
            </a:schemeClr>
          </a:solidFill>
          <a:ln>
            <a:noFill/>
          </a:ln>
          <a:effectLst/>
          <a:scene3d>
            <a:camera prst="orthographicFront"/>
            <a:lightRig rig="brightRoom" dir="t"/>
          </a:scene3d>
          <a:sp3d prstMaterial="flat">
            <a:bevelT w="50800" h="101600" prst="angle"/>
            <a:contourClr>
              <a:srgbClr val="000000"/>
            </a:contourClr>
          </a:sp3d>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6"/>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37"/>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38"/>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ext>
          </c:extLst>
        </c:dLbl>
      </c:pivotFmt>
      <c:pivotFmt>
        <c:idx val="39"/>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ext>
          </c:extLst>
        </c:dLbl>
      </c:pivotFmt>
      <c:pivotFmt>
        <c:idx val="40"/>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18695459249056007"/>
              <c:y val="0.2214340565507914"/>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ext>
          </c:extLst>
        </c:dLbl>
      </c:pivotFmt>
      <c:pivotFmt>
        <c:idx val="41"/>
        <c:spPr>
          <a:solidFill>
            <a:schemeClr val="accent1">
              <a:lumMod val="20000"/>
              <a:lumOff val="80000"/>
            </a:schemeClr>
          </a:solidFill>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42"/>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dLbl>
          <c:idx val="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lt1"/>
                  </a:solidFill>
                  <a:latin typeface="+mn-lt"/>
                  <a:ea typeface="+mn-ea"/>
                  <a:cs typeface="+mn-cs"/>
                </a:defRPr>
              </a:pPr>
              <a:endParaRPr lang="en-US"/>
            </a:p>
          </c:txPr>
          <c:dLblPos val="inEnd"/>
          <c:showLegendKey val="0"/>
          <c:showVal val="0"/>
          <c:showCatName val="1"/>
          <c:showSerName val="0"/>
          <c:showPercent val="1"/>
          <c:showBubbleSize val="0"/>
          <c:extLst>
            <c:ext xmlns:c15="http://schemas.microsoft.com/office/drawing/2012/chart" uri="{CE6537A1-D6FC-4f65-9D91-7224C49458BB}"/>
          </c:extLst>
        </c:dLbl>
      </c:pivotFmt>
      <c:pivotFmt>
        <c:idx val="43"/>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923884514435695"/>
              <c:y val="-0.17947254409792662"/>
            </c:manualLayout>
          </c:layout>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endParaRPr lang="en-US"/>
            </a:p>
          </c:txPr>
          <c:dLblPos val="bestFit"/>
          <c:showLegendKey val="0"/>
          <c:showVal val="0"/>
          <c:showCatName val="1"/>
          <c:showSerName val="0"/>
          <c:showPercent val="1"/>
          <c:showBubbleSize val="0"/>
          <c:extLst>
            <c:ext xmlns:c15="http://schemas.microsoft.com/office/drawing/2012/chart" uri="{CE6537A1-D6FC-4f65-9D91-7224C49458BB}">
              <c15:layout>
                <c:manualLayout>
                  <c:w val="0.30524351884212908"/>
                  <c:h val="0.26168150924365896"/>
                </c:manualLayout>
              </c15:layout>
            </c:ext>
          </c:extLst>
        </c:dLbl>
      </c:pivotFmt>
      <c:pivotFmt>
        <c:idx val="44"/>
        <c:spPr>
          <a:solidFill>
            <a:schemeClr val="accent2"/>
          </a:solidFill>
          <a:ln>
            <a:noFill/>
          </a:ln>
          <a:effectLst/>
          <a:scene3d>
            <a:camera prst="orthographicFront"/>
            <a:lightRig rig="brightRoom" dir="t"/>
          </a:scene3d>
          <a:sp3d prstMaterial="flat">
            <a:bevelT w="50800" h="101600" prst="angle"/>
            <a:contourClr>
              <a:srgbClr val="000000"/>
            </a:contourClr>
          </a:sp3d>
        </c:spPr>
        <c:dLbl>
          <c:idx val="0"/>
          <c:layout>
            <c:manualLayout>
              <c:x val="0.14347943778568148"/>
              <c:y val="-0.11740535708145665"/>
            </c:manualLayout>
          </c:layout>
          <c:tx>
            <c:rich>
              <a:bodyPr rot="0" spcFirstLastPara="1" vertOverflow="ellipsis" vert="horz" wrap="square" lIns="38100" tIns="19050" rIns="38100" bIns="19050" anchor="ctr" anchorCtr="1">
                <a:sp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15698450552688747"/>
                  <c:h val="0.18173216885007279"/>
                </c:manualLayout>
              </c15:layout>
            </c:ext>
          </c:extLst>
        </c:dLbl>
      </c:pivotFmt>
      <c:pivotFmt>
        <c:idx val="45"/>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3807247658011416"/>
              <c:y val="-1.0506997214867858E-2"/>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9440835235021212"/>
                  <c:h val="0.18890130545908831"/>
                </c:manualLayout>
              </c15:layout>
            </c:ext>
          </c:extLst>
        </c:dLbl>
      </c:pivotFmt>
      <c:pivotFmt>
        <c:idx val="46"/>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0.20362139107611549"/>
              <c:y val="0.22871207692924847"/>
            </c:manualLayout>
          </c:layout>
          <c:tx>
            <c:rich>
              <a:bodyPr rot="0" spcFirstLastPara="1" vertOverflow="ellipsis" vert="horz" wrap="square" lIns="38100" tIns="19050" rIns="38100" bIns="19050" anchor="ctr" anchorCtr="1">
                <a:noAutofit/>
              </a:bodyPr>
              <a:lstStyle/>
              <a:p>
                <a:pPr>
                  <a:defRPr sz="900" b="1" i="0" u="none" strike="noStrike" kern="1200" baseline="0">
                    <a:solidFill>
                      <a:schemeClr val="lt1"/>
                    </a:solidFill>
                    <a:latin typeface="+mn-lt"/>
                    <a:ea typeface="+mn-ea"/>
                    <a:cs typeface="+mn-cs"/>
                  </a:defRPr>
                </a:pPr>
                <a:r>
                  <a:rPr lang="en-IN"/>
                  <a:t>Add text</a:t>
                </a:r>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27730618202750762"/>
                  <c:h val="0.1962882096069869"/>
                </c:manualLayout>
              </c15:layout>
            </c:ext>
          </c:extLst>
        </c:dLbl>
      </c:pivotFmt>
      <c:pivotFmt>
        <c:idx val="47"/>
        <c:spPr>
          <a:solidFill>
            <a:schemeClr val="accent1">
              <a:lumMod val="20000"/>
              <a:lumOff val="80000"/>
            </a:schemeClr>
          </a:solidFill>
        </c:spPr>
        <c:marker>
          <c:symbol val="none"/>
        </c:marker>
        <c:dLbl>
          <c:idx val="0"/>
          <c:spPr>
            <a:noFill/>
            <a:ln>
              <a:noFill/>
            </a:ln>
            <a:effectLst/>
          </c:spPr>
          <c:txPr>
            <a:bodyPr wrap="square" lIns="38100" tIns="19050" rIns="38100" bIns="19050" anchor="ctr">
              <a:spAutoFit/>
            </a:bodyPr>
            <a:lstStyle/>
            <a:p>
              <a:pPr>
                <a:defRPr/>
              </a:pPr>
              <a:endParaRPr lang="en-US"/>
            </a:p>
          </c:txPr>
          <c:dLblPos val="inEnd"/>
          <c:showLegendKey val="0"/>
          <c:showVal val="1"/>
          <c:showCatName val="0"/>
          <c:showSerName val="0"/>
          <c:showPercent val="1"/>
          <c:showBubbleSize val="0"/>
          <c:extLst>
            <c:ext xmlns:c15="http://schemas.microsoft.com/office/drawing/2012/chart" uri="{CE6537A1-D6FC-4f65-9D91-7224C49458BB}"/>
          </c:extLst>
        </c:dLbl>
      </c:pivotFmt>
      <c:pivotFmt>
        <c:idx val="48"/>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pivotFmt>
      <c:pivotFmt>
        <c:idx val="49"/>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pivotFmt>
      <c:pivotFmt>
        <c:idx val="50"/>
        <c:spPr>
          <a:solidFill>
            <a:schemeClr val="accent2"/>
          </a:solidFill>
          <a:ln>
            <a:noFill/>
          </a:ln>
          <a:effectLst/>
          <a:scene3d>
            <a:camera prst="orthographicFront"/>
            <a:lightRig rig="brightRoom" dir="t"/>
          </a:scene3d>
          <a:sp3d prstMaterial="flat">
            <a:bevelT w="50800" h="101600" prst="angle"/>
            <a:contourClr>
              <a:srgbClr val="000000"/>
            </a:contourClr>
          </a:sp3d>
        </c:spPr>
      </c:pivotFmt>
      <c:pivotFmt>
        <c:idx val="51"/>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pivotFmt>
      <c:pivotFmt>
        <c:idx val="52"/>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pivotFmt>
      <c:pivotFmt>
        <c:idx val="53"/>
        <c:spPr>
          <a:solidFill>
            <a:schemeClr val="accent1">
              <a:lumMod val="20000"/>
              <a:lumOff val="80000"/>
            </a:schemeClr>
          </a:solidFill>
        </c:spPr>
        <c:marker>
          <c:symbol val="none"/>
        </c:marker>
        <c:dLbl>
          <c:idx val="0"/>
          <c:spPr>
            <a:noFill/>
            <a:ln>
              <a:noFill/>
            </a:ln>
            <a:effectLst/>
          </c:spPr>
          <c:txPr>
            <a:bodyPr wrap="square" lIns="38100" tIns="19050" rIns="38100" bIns="19050" anchor="ctr">
              <a:spAutoFit/>
            </a:bodyPr>
            <a:lstStyle/>
            <a:p>
              <a:pPr>
                <a:defRPr/>
              </a:pPr>
              <a:endParaRPr lang="en-US"/>
            </a:p>
          </c:txPr>
          <c:dLblPos val="inEnd"/>
          <c:showLegendKey val="0"/>
          <c:showVal val="1"/>
          <c:showCatName val="0"/>
          <c:showSerName val="0"/>
          <c:showPercent val="1"/>
          <c:showBubbleSize val="0"/>
          <c:extLst>
            <c:ext xmlns:c15="http://schemas.microsoft.com/office/drawing/2012/chart" uri="{CE6537A1-D6FC-4f65-9D91-7224C49458BB}"/>
          </c:extLst>
        </c:dLbl>
      </c:pivotFmt>
      <c:pivotFmt>
        <c:idx val="54"/>
        <c:spPr>
          <a:solidFill>
            <a:schemeClr val="bg2">
              <a:lumMod val="75000"/>
            </a:schemeClr>
          </a:solidFill>
          <a:ln>
            <a:noFill/>
          </a:ln>
          <a:effectLst/>
          <a:scene3d>
            <a:camera prst="orthographicFront"/>
            <a:lightRig rig="brightRoom" dir="t"/>
          </a:scene3d>
          <a:sp3d prstMaterial="flat">
            <a:bevelT w="50800" h="101600" prst="angle"/>
            <a:contourClr>
              <a:srgbClr val="000000"/>
            </a:contourClr>
          </a:sp3d>
        </c:spPr>
      </c:pivotFmt>
      <c:pivotFmt>
        <c:idx val="55"/>
        <c:spPr>
          <a:solidFill>
            <a:schemeClr val="accent1">
              <a:lumMod val="75000"/>
            </a:schemeClr>
          </a:solidFill>
          <a:ln>
            <a:noFill/>
          </a:ln>
          <a:effectLst/>
          <a:scene3d>
            <a:camera prst="orthographicFront"/>
            <a:lightRig rig="brightRoom" dir="t"/>
          </a:scene3d>
          <a:sp3d prstMaterial="flat">
            <a:bevelT w="50800" h="101600" prst="angle"/>
            <a:contourClr>
              <a:srgbClr val="000000"/>
            </a:contourClr>
          </a:sp3d>
        </c:spPr>
      </c:pivotFmt>
      <c:pivotFmt>
        <c:idx val="56"/>
        <c:spPr>
          <a:solidFill>
            <a:schemeClr val="accent2"/>
          </a:solidFill>
          <a:ln>
            <a:noFill/>
          </a:ln>
          <a:effectLst/>
          <a:scene3d>
            <a:camera prst="orthographicFront"/>
            <a:lightRig rig="brightRoom" dir="t"/>
          </a:scene3d>
          <a:sp3d prstMaterial="flat">
            <a:bevelT w="50800" h="101600" prst="angle"/>
            <a:contourClr>
              <a:srgbClr val="000000"/>
            </a:contourClr>
          </a:sp3d>
        </c:spPr>
      </c:pivotFmt>
      <c:pivotFmt>
        <c:idx val="57"/>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pivotFmt>
      <c:pivotFmt>
        <c:idx val="58"/>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pivotFmt>
      <c:pivotFmt>
        <c:idx val="59"/>
        <c:spPr>
          <a:solidFill>
            <a:schemeClr val="accent1">
              <a:lumMod val="20000"/>
              <a:lumOff val="80000"/>
            </a:schemeClr>
          </a:solidFill>
        </c:spPr>
        <c:marker>
          <c:symbol val="none"/>
        </c:marker>
        <c:dLbl>
          <c:idx val="0"/>
          <c:spPr>
            <a:noFill/>
            <a:ln>
              <a:noFill/>
            </a:ln>
            <a:effectLst/>
          </c:spPr>
          <c:txPr>
            <a:bodyPr wrap="square" lIns="38100" tIns="19050" rIns="38100" bIns="19050" anchor="ctr">
              <a:noAutofit/>
            </a:bodyPr>
            <a:lstStyle/>
            <a:p>
              <a:pPr>
                <a:defRPr>
                  <a:solidFill>
                    <a:schemeClr val="bg1"/>
                  </a:solidFill>
                </a:defRPr>
              </a:pPr>
              <a:endParaRPr lang="en-US"/>
            </a:p>
          </c:tx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ext>
          </c:extLst>
        </c:dLbl>
      </c:pivotFmt>
      <c:pivotFmt>
        <c:idx val="60"/>
        <c:spPr>
          <a:solidFill>
            <a:srgbClr val="4F81BD">
              <a:lumMod val="75000"/>
            </a:srgbClr>
          </a:solidFill>
          <a:ln>
            <a:noFill/>
          </a:ln>
          <a:effectLst/>
          <a:scene3d>
            <a:camera prst="orthographicFront"/>
            <a:lightRig rig="brightRoom" dir="t"/>
          </a:scene3d>
          <a:sp3d prstMaterial="flat">
            <a:bevelT w="50800" h="101600" prst="angle"/>
            <a:contourClr>
              <a:srgbClr val="000000"/>
            </a:contourClr>
          </a:sp3d>
        </c:spPr>
        <c:dLbl>
          <c:idx val="0"/>
          <c:layout>
            <c:manualLayout>
              <c:x val="-0.18709484930155543"/>
              <c:y val="0.31218962673913542"/>
            </c:manualLayout>
          </c:layout>
          <c:tx>
            <c:rich>
              <a:bodyPr wrap="square" lIns="38100" tIns="19050" rIns="38100" bIns="19050" anchor="ctr">
                <a:noAutofit/>
              </a:bodyPr>
              <a:lstStyle/>
              <a:p>
                <a:pPr>
                  <a:defRPr>
                    <a:solidFill>
                      <a:schemeClr val="bg1"/>
                    </a:solidFill>
                  </a:defRPr>
                </a:pPr>
                <a:fld id="{CFF769AE-5F3B-4762-BC98-EF2563836F49}" type="CATEGORYNAME">
                  <a:rPr lang="en-US" sz="900"/>
                  <a:pPr>
                    <a:defRPr>
                      <a:solidFill>
                        <a:schemeClr val="bg1"/>
                      </a:solidFill>
                    </a:defRPr>
                  </a:pPr>
                  <a:t>[CATEGORY NAME]</a:t>
                </a:fld>
                <a:r>
                  <a:rPr lang="en-US" sz="900" baseline="0"/>
                  <a:t>
</a:t>
                </a:r>
                <a:fld id="{CB960EDD-6709-4A30-BB0B-D2742F178BB3}" type="PERCENTAGE">
                  <a:rPr lang="en-US" sz="900" baseline="0"/>
                  <a:pPr>
                    <a:defRPr>
                      <a:solidFill>
                        <a:schemeClr val="bg1"/>
                      </a:solidFill>
                    </a:defRPr>
                  </a:pPr>
                  <a:t>[PERCENTAGE]</a:t>
                </a:fld>
                <a:endParaRPr lang="en-US" sz="9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15:layout>
                <c:manualLayout>
                  <c:w val="0.30785772164385489"/>
                  <c:h val="0.29214630803892877"/>
                </c:manualLayout>
              </c15:layout>
              <c15:dlblFieldTable/>
              <c15:showDataLabelsRange val="0"/>
            </c:ext>
          </c:extLst>
        </c:dLbl>
      </c:pivotFmt>
      <c:pivotFmt>
        <c:idx val="61"/>
        <c:spPr>
          <a:solidFill>
            <a:srgbClr val="C0504D"/>
          </a:solidFill>
          <a:ln>
            <a:noFill/>
          </a:ln>
          <a:effectLst/>
          <a:scene3d>
            <a:camera prst="orthographicFront"/>
            <a:lightRig rig="brightRoom" dir="t"/>
          </a:scene3d>
          <a:sp3d prstMaterial="flat">
            <a:bevelT w="50800" h="101600" prst="angle"/>
            <a:contourClr>
              <a:srgbClr val="000000"/>
            </a:contourClr>
          </a:sp3d>
        </c:spPr>
        <c:dLbl>
          <c:idx val="0"/>
          <c:tx>
            <c:rich>
              <a:bodyPr wrap="square" lIns="38100" tIns="19050" rIns="38100" bIns="19050" anchor="ctr">
                <a:noAutofit/>
              </a:bodyPr>
              <a:lstStyle/>
              <a:p>
                <a:pPr>
                  <a:defRPr>
                    <a:solidFill>
                      <a:schemeClr val="bg1"/>
                    </a:solidFill>
                  </a:defRPr>
                </a:pPr>
                <a:fld id="{138FE822-98A5-4D25-9CB3-831FDEC9C891}" type="CATEGORYNAME">
                  <a:rPr lang="en-US" sz="900"/>
                  <a:pPr>
                    <a:defRPr>
                      <a:solidFill>
                        <a:schemeClr val="bg1"/>
                      </a:solidFill>
                    </a:defRPr>
                  </a:pPr>
                  <a:t>[CATEGORY NAME]</a:t>
                </a:fld>
                <a:r>
                  <a:rPr lang="en-US" sz="900" baseline="0"/>
                  <a:t>
</a:t>
                </a:r>
                <a:fld id="{2AADFEB1-EFE5-4EFF-B8A0-2FA8DBED8EEE}" type="PERCENTAGE">
                  <a:rPr lang="en-US" sz="900" baseline="0"/>
                  <a:pPr>
                    <a:defRPr>
                      <a:solidFill>
                        <a:schemeClr val="bg1"/>
                      </a:solidFill>
                    </a:defRPr>
                  </a:pPr>
                  <a:t>[PERCENTAGE]</a:t>
                </a:fld>
                <a:endParaRPr lang="en-US" sz="900" baseline="0"/>
              </a:p>
            </c:rich>
          </c:tx>
          <c:spPr>
            <a:noFill/>
            <a:ln>
              <a:noFill/>
            </a:ln>
            <a:effectLst/>
          </c:spPr>
          <c:dLblPos val="inEnd"/>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15:dlblFieldTable/>
              <c15:showDataLabelsRange val="0"/>
            </c:ext>
          </c:extLst>
        </c:dLbl>
      </c:pivotFmt>
      <c:pivotFmt>
        <c:idx val="62"/>
        <c:spPr>
          <a:solidFill>
            <a:srgbClr val="FFFFFF">
              <a:lumMod val="50000"/>
            </a:srgbClr>
          </a:solidFill>
          <a:ln>
            <a:noFill/>
          </a:ln>
          <a:effectLst/>
          <a:scene3d>
            <a:camera prst="orthographicFront"/>
            <a:lightRig rig="brightRoom" dir="t"/>
          </a:scene3d>
          <a:sp3d prstMaterial="flat">
            <a:bevelT w="50800" h="101600" prst="angle"/>
            <a:contourClr>
              <a:srgbClr val="000000"/>
            </a:contourClr>
          </a:sp3d>
        </c:spPr>
        <c:dLbl>
          <c:idx val="0"/>
          <c:layout>
            <c:manualLayout>
              <c:x val="0.2062137786467966"/>
              <c:y val="0.23225501126518477"/>
            </c:manualLayout>
          </c:layout>
          <c:tx>
            <c:rich>
              <a:bodyPr wrap="square" lIns="38100" tIns="19050" rIns="38100" bIns="19050" anchor="ctr">
                <a:noAutofit/>
              </a:bodyPr>
              <a:lstStyle/>
              <a:p>
                <a:pPr>
                  <a:defRPr>
                    <a:solidFill>
                      <a:schemeClr val="bg1"/>
                    </a:solidFill>
                  </a:defRPr>
                </a:pPr>
                <a:fld id="{F0345D9B-B205-4B8C-BC89-E682F5EC2A90}" type="CATEGORYNAME">
                  <a:rPr lang="en-US" sz="800"/>
                  <a:pPr>
                    <a:defRPr>
                      <a:solidFill>
                        <a:schemeClr val="bg1"/>
                      </a:solidFill>
                    </a:defRPr>
                  </a:pPr>
                  <a:t>[CATEGORY NAME]</a:t>
                </a:fld>
                <a:r>
                  <a:rPr lang="en-US" sz="800" baseline="0"/>
                  <a:t>
</a:t>
                </a:r>
                <a:fld id="{3186DC12-2189-4364-B861-658800BA7A19}" type="PERCENTAGE">
                  <a:rPr lang="en-US" sz="800" baseline="0"/>
                  <a:pPr>
                    <a:defRPr>
                      <a:solidFill>
                        <a:schemeClr val="bg1"/>
                      </a:solidFill>
                    </a:defRPr>
                  </a:pPr>
                  <a:t>[PERCENTAGE]</a:t>
                </a:fld>
                <a:endParaRPr lang="en-US" sz="8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15:layout>
                <c:manualLayout>
                  <c:w val="0.26887605911677148"/>
                  <c:h val="0.23816400715397301"/>
                </c:manualLayout>
              </c15:layout>
              <c15:dlblFieldTable/>
              <c15:showDataLabelsRange val="0"/>
            </c:ext>
          </c:extLst>
        </c:dLbl>
      </c:pivotFmt>
      <c:pivotFmt>
        <c:idx val="63"/>
        <c:spPr>
          <a:solidFill>
            <a:schemeClr val="accent1">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9.0430516655216758E-2"/>
              <c:y val="0.23669024225954058"/>
            </c:manualLayout>
          </c:layout>
          <c:tx>
            <c:rich>
              <a:bodyPr wrap="square" lIns="38100" tIns="19050" rIns="38100" bIns="19050" anchor="ctr">
                <a:noAutofit/>
              </a:bodyPr>
              <a:lstStyle/>
              <a:p>
                <a:pPr>
                  <a:defRPr>
                    <a:solidFill>
                      <a:schemeClr val="bg1"/>
                    </a:solidFill>
                  </a:defRPr>
                </a:pPr>
                <a:fld id="{A7C9B5E4-CF72-49AF-ACAE-8E74DB1CFEDF}" type="CATEGORYNAME">
                  <a:rPr lang="en-US" sz="900"/>
                  <a:pPr>
                    <a:defRPr>
                      <a:solidFill>
                        <a:schemeClr val="bg1"/>
                      </a:solidFill>
                    </a:defRPr>
                  </a:pPr>
                  <a:t>[CATEGORY NAME]</a:t>
                </a:fld>
                <a:r>
                  <a:rPr lang="en-US" sz="900" baseline="0"/>
                  <a:t>
</a:t>
                </a:r>
                <a:fld id="{1F4F1112-57B6-4732-A0E8-7FE89769457B}" type="PERCENTAGE">
                  <a:rPr lang="en-US" sz="900" baseline="0"/>
                  <a:pPr>
                    <a:defRPr>
                      <a:solidFill>
                        <a:schemeClr val="bg1"/>
                      </a:solidFill>
                    </a:defRPr>
                  </a:pPr>
                  <a:t>[PERCENTAGE]</a:t>
                </a:fld>
                <a:endParaRPr lang="en-US" sz="9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rect">
                  <a:avLst/>
                </a:prstGeom>
              </c15:spPr>
              <c15:layout>
                <c:manualLayout>
                  <c:w val="0.29804250559284118"/>
                  <c:h val="0.29214630803892877"/>
                </c:manualLayout>
              </c15:layout>
              <c15:dlblFieldTable/>
              <c15:showDataLabelsRange val="0"/>
            </c:ext>
          </c:extLst>
        </c:dLbl>
      </c:pivotFmt>
      <c:pivotFmt>
        <c:idx val="64"/>
        <c:spPr>
          <a:solidFill>
            <a:schemeClr val="bg2">
              <a:lumMod val="50000"/>
            </a:schemeClr>
          </a:solidFill>
          <a:ln>
            <a:noFill/>
          </a:ln>
          <a:effectLst/>
          <a:scene3d>
            <a:camera prst="orthographicFront"/>
            <a:lightRig rig="brightRoom" dir="t"/>
          </a:scene3d>
          <a:sp3d prstMaterial="flat">
            <a:bevelT w="50800" h="101600" prst="angle"/>
            <a:contourClr>
              <a:srgbClr val="000000"/>
            </a:contourClr>
          </a:sp3d>
        </c:spPr>
        <c:dLbl>
          <c:idx val="0"/>
          <c:layout>
            <c:manualLayout>
              <c:x val="8.3244376332153008E-2"/>
              <c:y val="0.20994181590133093"/>
            </c:manualLayout>
          </c:layout>
          <c:tx>
            <c:rich>
              <a:bodyPr wrap="square" lIns="38100" tIns="19050" rIns="38100" bIns="19050" anchor="ctr">
                <a:noAutofit/>
              </a:bodyPr>
              <a:lstStyle/>
              <a:p>
                <a:pPr>
                  <a:defRPr>
                    <a:solidFill>
                      <a:schemeClr val="bg1"/>
                    </a:solidFill>
                  </a:defRPr>
                </a:pPr>
                <a:fld id="{65E41321-BB9A-400B-B912-E6A4B22EFD4A}" type="CATEGORYNAME">
                  <a:rPr lang="en-US" sz="900"/>
                  <a:pPr>
                    <a:defRPr>
                      <a:solidFill>
                        <a:schemeClr val="bg1"/>
                      </a:solidFill>
                    </a:defRPr>
                  </a:pPr>
                  <a:t>[CATEGORY NAME]</a:t>
                </a:fld>
                <a:r>
                  <a:rPr lang="en-US" sz="900" baseline="0"/>
                  <a:t>
</a:t>
                </a:r>
                <a:fld id="{5C82FD24-9F64-4565-A0D6-33FB272787C1}" type="PERCENTAGE">
                  <a:rPr lang="en-US" sz="900" baseline="0"/>
                  <a:pPr>
                    <a:defRPr>
                      <a:solidFill>
                        <a:schemeClr val="bg1"/>
                      </a:solidFill>
                    </a:defRPr>
                  </a:pPr>
                  <a:t>[PERCENTAGE]</a:t>
                </a:fld>
                <a:endParaRPr lang="en-US" sz="900" baseline="0"/>
              </a:p>
            </c:rich>
          </c:tx>
          <c:spPr>
            <a:noFill/>
            <a:ln>
              <a:noFill/>
            </a:ln>
            <a:effectLst/>
          </c:spPr>
          <c:dLblPos val="bestFit"/>
          <c:showLegendKey val="0"/>
          <c:showVal val="0"/>
          <c:showCatName val="1"/>
          <c:showSerName val="0"/>
          <c:showPercent val="1"/>
          <c:showBubbleSize val="0"/>
          <c:extLst>
            <c:ext xmlns:c15="http://schemas.microsoft.com/office/drawing/2012/chart" uri="{CE6537A1-D6FC-4f65-9D91-7224C49458BB}">
              <c15:layout>
                <c:manualLayout>
                  <c:w val="0.32399593087776779"/>
                  <c:h val="0.2006445543864539"/>
                </c:manualLayout>
              </c15:layout>
              <c15:dlblFieldTable/>
              <c15:showDataLabelsRange val="0"/>
            </c:ext>
          </c:extLst>
        </c:dLbl>
      </c:pivotFmt>
      <c:pivotFmt>
        <c:idx val="65"/>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66"/>
        <c:spPr>
          <a:solidFill>
            <a:srgbClr val="C0504D"/>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67"/>
        <c:spPr>
          <a:solidFill>
            <a:srgbClr val="FFFFFF">
              <a:lumMod val="50000"/>
            </a:srgbClr>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68"/>
        <c:spPr>
          <a:solidFill>
            <a:srgbClr val="FFFFFF">
              <a:lumMod val="85000"/>
            </a:srgbClr>
          </a:solidFill>
        </c:spPr>
        <c:dLbl>
          <c:idx val="0"/>
          <c:layout>
            <c:manualLayout>
              <c:x val="2.3034007304262728E-2"/>
              <c:y val="0.10052252378075255"/>
            </c:manualLayout>
          </c:layout>
          <c:spPr>
            <a:noFill/>
            <a:ln>
              <a:noFill/>
            </a:ln>
            <a:effectLst/>
          </c:spPr>
          <c:txPr>
            <a:bodyPr wrap="square" lIns="38100" tIns="19050" rIns="38100" bIns="19050" anchor="ctr">
              <a:spAutoFit/>
            </a:bodyPr>
            <a:lstStyle/>
            <a:p>
              <a:pPr>
                <a:defRPr>
                  <a:solidFill>
                    <a:schemeClr val="bg1"/>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Lst>
        </c:dLbl>
      </c:pivotFmt>
      <c:pivotFmt>
        <c:idx val="69"/>
        <c:spPr>
          <a:solidFill>
            <a:srgbClr val="4F81BD">
              <a:lumMod val="50000"/>
            </a:srgbClr>
          </a:solidFill>
          <a:ln>
            <a:solidFill>
              <a:srgbClr val="4F81BD">
                <a:lumMod val="40000"/>
                <a:lumOff val="60000"/>
              </a:srgbClr>
            </a:solidFill>
          </a:ln>
        </c:spPr>
        <c:dLbl>
          <c:idx val="0"/>
          <c:layout>
            <c:manualLayout>
              <c:x val="-4.6957477441336999E-2"/>
              <c:y val="0.13137237637500265"/>
            </c:manualLayout>
          </c:layout>
          <c:spPr>
            <a:noFill/>
            <a:ln>
              <a:noFill/>
            </a:ln>
            <a:effectLst/>
          </c:spPr>
          <c:txPr>
            <a:bodyPr wrap="square" lIns="38100" tIns="19050" rIns="38100" bIns="19050" anchor="ctr">
              <a:spAutoFit/>
            </a:bodyPr>
            <a:lstStyle/>
            <a:p>
              <a:pPr>
                <a:defRPr>
                  <a:solidFill>
                    <a:schemeClr val="bg2"/>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Lst>
        </c:dLbl>
      </c:pivotFmt>
      <c:pivotFmt>
        <c:idx val="70"/>
        <c:spPr>
          <a:solidFill>
            <a:srgbClr val="4F81BD">
              <a:lumMod val="75000"/>
            </a:srgbClr>
          </a:solidFill>
        </c:spPr>
        <c:marker>
          <c:symbol val="none"/>
        </c:marker>
        <c:dLbl>
          <c:idx val="0"/>
          <c:spPr>
            <a:noFill/>
            <a:ln>
              <a:noFill/>
            </a:ln>
            <a:effectLst/>
          </c:spPr>
          <c:txPr>
            <a:bodyPr wrap="square" lIns="38100" tIns="19050" rIns="38100" bIns="19050" anchor="ctr">
              <a:spAutoFit/>
            </a:bodyPr>
            <a:lstStyle/>
            <a:p>
              <a:pPr>
                <a:defRPr/>
              </a:pPr>
              <a:endParaRPr lang="en-US"/>
            </a:p>
          </c:txPr>
          <c:dLblPos val="inEnd"/>
          <c:showLegendKey val="0"/>
          <c:showVal val="1"/>
          <c:showCatName val="0"/>
          <c:showSerName val="0"/>
          <c:showPercent val="1"/>
          <c:showBubbleSize val="0"/>
          <c:extLst>
            <c:ext xmlns:c15="http://schemas.microsoft.com/office/drawing/2012/chart" uri="{CE6537A1-D6FC-4f65-9D91-7224C49458BB}"/>
          </c:extLst>
        </c:dLbl>
      </c:pivotFmt>
      <c:pivotFmt>
        <c:idx val="71"/>
        <c:spPr>
          <a:solidFill>
            <a:srgbClr val="FFFFFF">
              <a:lumMod val="65000"/>
            </a:srgbClr>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72"/>
        <c:spPr>
          <a:solidFill>
            <a:srgbClr val="4F81BD">
              <a:lumMod val="75000"/>
            </a:srgbClr>
          </a:solidFill>
        </c:spPr>
        <c:marker>
          <c:symbol val="none"/>
        </c:marker>
        <c:dLbl>
          <c:idx val="0"/>
          <c:spPr>
            <a:noFill/>
            <a:ln>
              <a:noFill/>
            </a:ln>
            <a:effectLst/>
          </c:spPr>
          <c:txPr>
            <a:bodyPr wrap="square" lIns="38100" tIns="19050" rIns="38100" bIns="19050" anchor="ctr">
              <a:spAutoFit/>
            </a:bodyPr>
            <a:lstStyle/>
            <a:p>
              <a:pPr>
                <a:defRPr/>
              </a:pPr>
              <a:endParaRPr lang="en-US"/>
            </a:p>
          </c:txPr>
          <c:dLblPos val="inEnd"/>
          <c:showLegendKey val="0"/>
          <c:showVal val="1"/>
          <c:showCatName val="0"/>
          <c:showSerName val="0"/>
          <c:showPercent val="1"/>
          <c:showBubbleSize val="0"/>
          <c:extLst>
            <c:ext xmlns:c15="http://schemas.microsoft.com/office/drawing/2012/chart" uri="{CE6537A1-D6FC-4f65-9D91-7224C49458BB}"/>
          </c:extLst>
        </c:dLbl>
      </c:pivotFmt>
      <c:pivotFmt>
        <c:idx val="73"/>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74"/>
        <c:spPr>
          <a:solidFill>
            <a:srgbClr val="C0504D"/>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75"/>
        <c:spPr>
          <a:solidFill>
            <a:srgbClr val="FFFFFF">
              <a:lumMod val="50000"/>
            </a:srgbClr>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76"/>
        <c:spPr>
          <a:solidFill>
            <a:srgbClr val="FFFFFF">
              <a:lumMod val="65000"/>
            </a:srgbClr>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77"/>
        <c:spPr>
          <a:solidFill>
            <a:srgbClr val="FFFFFF">
              <a:lumMod val="85000"/>
            </a:srgbClr>
          </a:solidFill>
        </c:spPr>
        <c:dLbl>
          <c:idx val="0"/>
          <c:layout>
            <c:manualLayout>
              <c:x val="2.3034007304262728E-2"/>
              <c:y val="0.10052252378075255"/>
            </c:manualLayout>
          </c:layout>
          <c:spPr>
            <a:noFill/>
            <a:ln>
              <a:noFill/>
            </a:ln>
            <a:effectLst/>
          </c:spPr>
          <c:txPr>
            <a:bodyPr wrap="square" lIns="38100" tIns="19050" rIns="38100" bIns="19050" anchor="ctr">
              <a:spAutoFit/>
            </a:bodyPr>
            <a:lstStyle/>
            <a:p>
              <a:pPr>
                <a:defRPr>
                  <a:solidFill>
                    <a:schemeClr val="bg1"/>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Lst>
        </c:dLbl>
      </c:pivotFmt>
      <c:pivotFmt>
        <c:idx val="78"/>
        <c:spPr>
          <a:solidFill>
            <a:srgbClr val="4F81BD">
              <a:lumMod val="50000"/>
            </a:srgbClr>
          </a:solidFill>
          <a:ln>
            <a:solidFill>
              <a:srgbClr val="4F81BD">
                <a:lumMod val="40000"/>
                <a:lumOff val="60000"/>
              </a:srgbClr>
            </a:solidFill>
          </a:ln>
        </c:spPr>
        <c:dLbl>
          <c:idx val="0"/>
          <c:layout>
            <c:manualLayout>
              <c:x val="-4.6957477441336999E-2"/>
              <c:y val="0.13137237637500265"/>
            </c:manualLayout>
          </c:layout>
          <c:spPr>
            <a:noFill/>
            <a:ln>
              <a:noFill/>
            </a:ln>
            <a:effectLst/>
          </c:spPr>
          <c:txPr>
            <a:bodyPr wrap="square" lIns="38100" tIns="19050" rIns="38100" bIns="19050" anchor="ctr">
              <a:spAutoFit/>
            </a:bodyPr>
            <a:lstStyle/>
            <a:p>
              <a:pPr>
                <a:defRPr>
                  <a:solidFill>
                    <a:schemeClr val="bg2"/>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Lst>
        </c:dLbl>
      </c:pivotFmt>
      <c:pivotFmt>
        <c:idx val="79"/>
        <c:spPr>
          <a:solidFill>
            <a:srgbClr val="4F81BD">
              <a:lumMod val="75000"/>
            </a:srgbClr>
          </a:solidFill>
        </c:spPr>
        <c:marker>
          <c:symbol val="none"/>
        </c:marker>
        <c:dLbl>
          <c:idx val="0"/>
          <c:spPr>
            <a:noFill/>
            <a:ln>
              <a:noFill/>
            </a:ln>
            <a:effectLst/>
          </c:spPr>
          <c:txPr>
            <a:bodyPr wrap="square" lIns="38100" tIns="19050" rIns="38100" bIns="19050" anchor="ctr">
              <a:spAutoFit/>
            </a:bodyPr>
            <a:lstStyle/>
            <a:p>
              <a:pPr>
                <a:defRPr/>
              </a:pPr>
              <a:endParaRPr lang="en-US"/>
            </a:p>
          </c:txPr>
          <c:dLblPos val="inEnd"/>
          <c:showLegendKey val="0"/>
          <c:showVal val="1"/>
          <c:showCatName val="0"/>
          <c:showSerName val="0"/>
          <c:showPercent val="1"/>
          <c:showBubbleSize val="0"/>
          <c:extLst>
            <c:ext xmlns:c15="http://schemas.microsoft.com/office/drawing/2012/chart" uri="{CE6537A1-D6FC-4f65-9D91-7224C49458BB}"/>
          </c:extLst>
        </c:dLbl>
      </c:pivotFmt>
      <c:pivotFmt>
        <c:idx val="80"/>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81"/>
        <c:spPr>
          <a:solidFill>
            <a:srgbClr val="C0504D"/>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82"/>
        <c:spPr>
          <a:solidFill>
            <a:srgbClr val="FFFFFF">
              <a:lumMod val="50000"/>
            </a:srgbClr>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83"/>
        <c:spPr>
          <a:solidFill>
            <a:srgbClr val="FFFFFF">
              <a:lumMod val="65000"/>
            </a:srgbClr>
          </a:solidFill>
        </c:spPr>
        <c:dLbl>
          <c:idx val="0"/>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extLst>
        </c:dLbl>
      </c:pivotFmt>
      <c:pivotFmt>
        <c:idx val="84"/>
        <c:spPr>
          <a:solidFill>
            <a:srgbClr val="FFFFFF">
              <a:lumMod val="85000"/>
            </a:srgbClr>
          </a:solidFill>
        </c:spPr>
        <c:dLbl>
          <c:idx val="0"/>
          <c:layout>
            <c:manualLayout>
              <c:x val="2.3034007304262728E-2"/>
              <c:y val="0.10052252378075255"/>
            </c:manualLayout>
          </c:layout>
          <c:spPr>
            <a:noFill/>
            <a:ln>
              <a:noFill/>
            </a:ln>
            <a:effectLst/>
          </c:spPr>
          <c:txPr>
            <a:bodyPr wrap="square" lIns="38100" tIns="19050" rIns="38100" bIns="19050" anchor="ctr">
              <a:spAutoFit/>
            </a:bodyPr>
            <a:lstStyle/>
            <a:p>
              <a:pPr>
                <a:defRPr>
                  <a:solidFill>
                    <a:schemeClr val="bg1"/>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Lst>
        </c:dLbl>
      </c:pivotFmt>
      <c:pivotFmt>
        <c:idx val="85"/>
        <c:spPr>
          <a:solidFill>
            <a:srgbClr val="4F81BD">
              <a:lumMod val="50000"/>
            </a:srgbClr>
          </a:solidFill>
          <a:ln>
            <a:solidFill>
              <a:srgbClr val="4F81BD">
                <a:lumMod val="40000"/>
                <a:lumOff val="60000"/>
              </a:srgbClr>
            </a:solidFill>
          </a:ln>
        </c:spPr>
        <c:dLbl>
          <c:idx val="0"/>
          <c:layout>
            <c:manualLayout>
              <c:x val="-4.6957477441336999E-2"/>
              <c:y val="0.13137237637500265"/>
            </c:manualLayout>
          </c:layout>
          <c:spPr>
            <a:noFill/>
            <a:ln>
              <a:noFill/>
            </a:ln>
            <a:effectLst/>
          </c:spPr>
          <c:txPr>
            <a:bodyPr wrap="square" lIns="38100" tIns="19050" rIns="38100" bIns="19050" anchor="ctr">
              <a:spAutoFit/>
            </a:bodyPr>
            <a:lstStyle/>
            <a:p>
              <a:pPr>
                <a:defRPr>
                  <a:solidFill>
                    <a:schemeClr val="bg2"/>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extLst>
        </c:dLbl>
      </c:pivotFmt>
    </c:pivotFmts>
    <c:plotArea>
      <c:layout>
        <c:manualLayout>
          <c:layoutTarget val="inner"/>
          <c:xMode val="edge"/>
          <c:yMode val="edge"/>
          <c:x val="9.4098554582085672E-2"/>
          <c:y val="0.17795159454625695"/>
          <c:w val="0.58534383202099738"/>
          <c:h val="0.7668259808135337"/>
        </c:manualLayout>
      </c:layout>
      <c:pieChart>
        <c:varyColors val="1"/>
        <c:ser>
          <c:idx val="0"/>
          <c:order val="0"/>
          <c:tx>
            <c:strRef>
              <c:f>Subjective!$E$23</c:f>
              <c:strCache>
                <c:ptCount val="1"/>
                <c:pt idx="0">
                  <c:v>Total</c:v>
                </c:pt>
              </c:strCache>
            </c:strRef>
          </c:tx>
          <c:spPr>
            <a:solidFill>
              <a:srgbClr val="4F81BD">
                <a:lumMod val="75000"/>
              </a:srgbClr>
            </a:solidFill>
          </c:spPr>
          <c:dPt>
            <c:idx val="0"/>
            <c:bubble3D val="0"/>
            <c:extLst>
              <c:ext xmlns:c16="http://schemas.microsoft.com/office/drawing/2014/chart" uri="{C3380CC4-5D6E-409C-BE32-E72D297353CC}">
                <c16:uniqueId val="{00000000-9670-4583-A185-60502B708C97}"/>
              </c:ext>
            </c:extLst>
          </c:dPt>
          <c:dPt>
            <c:idx val="1"/>
            <c:bubble3D val="0"/>
            <c:spPr>
              <a:solidFill>
                <a:srgbClr val="C0504D"/>
              </a:solidFill>
            </c:spPr>
            <c:extLst>
              <c:ext xmlns:c16="http://schemas.microsoft.com/office/drawing/2014/chart" uri="{C3380CC4-5D6E-409C-BE32-E72D297353CC}">
                <c16:uniqueId val="{00000002-9670-4583-A185-60502B708C97}"/>
              </c:ext>
            </c:extLst>
          </c:dPt>
          <c:dPt>
            <c:idx val="2"/>
            <c:bubble3D val="0"/>
            <c:spPr>
              <a:solidFill>
                <a:srgbClr val="FFFFFF">
                  <a:lumMod val="50000"/>
                </a:srgbClr>
              </a:solidFill>
            </c:spPr>
            <c:extLst>
              <c:ext xmlns:c16="http://schemas.microsoft.com/office/drawing/2014/chart" uri="{C3380CC4-5D6E-409C-BE32-E72D297353CC}">
                <c16:uniqueId val="{00000004-9670-4583-A185-60502B708C97}"/>
              </c:ext>
            </c:extLst>
          </c:dPt>
          <c:dPt>
            <c:idx val="3"/>
            <c:bubble3D val="0"/>
            <c:spPr>
              <a:solidFill>
                <a:srgbClr val="FFFFFF">
                  <a:lumMod val="65000"/>
                </a:srgbClr>
              </a:solidFill>
            </c:spPr>
            <c:extLst>
              <c:ext xmlns:c16="http://schemas.microsoft.com/office/drawing/2014/chart" uri="{C3380CC4-5D6E-409C-BE32-E72D297353CC}">
                <c16:uniqueId val="{00000006-9670-4583-A185-60502B708C97}"/>
              </c:ext>
            </c:extLst>
          </c:dPt>
          <c:dPt>
            <c:idx val="4"/>
            <c:bubble3D val="0"/>
            <c:spPr>
              <a:solidFill>
                <a:srgbClr val="FFFFFF">
                  <a:lumMod val="85000"/>
                </a:srgbClr>
              </a:solidFill>
            </c:spPr>
            <c:extLst>
              <c:ext xmlns:c16="http://schemas.microsoft.com/office/drawing/2014/chart" uri="{C3380CC4-5D6E-409C-BE32-E72D297353CC}">
                <c16:uniqueId val="{00000008-9670-4583-A185-60502B708C97}"/>
              </c:ext>
            </c:extLst>
          </c:dPt>
          <c:dPt>
            <c:idx val="5"/>
            <c:bubble3D val="0"/>
            <c:spPr>
              <a:solidFill>
                <a:srgbClr val="4F81BD">
                  <a:lumMod val="50000"/>
                </a:srgbClr>
              </a:solidFill>
              <a:ln>
                <a:solidFill>
                  <a:srgbClr val="4F81BD">
                    <a:lumMod val="40000"/>
                    <a:lumOff val="60000"/>
                  </a:srgbClr>
                </a:solidFill>
              </a:ln>
            </c:spPr>
            <c:extLst>
              <c:ext xmlns:c16="http://schemas.microsoft.com/office/drawing/2014/chart" uri="{C3380CC4-5D6E-409C-BE32-E72D297353CC}">
                <c16:uniqueId val="{0000000A-9670-4583-A185-60502B708C97}"/>
              </c:ext>
            </c:extLst>
          </c:dPt>
          <c:dLbls>
            <c:dLbl>
              <c:idx val="0"/>
              <c:layout/>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15:layout/>
                </c:ext>
                <c:ext xmlns:c16="http://schemas.microsoft.com/office/drawing/2014/chart" uri="{C3380CC4-5D6E-409C-BE32-E72D297353CC}">
                  <c16:uniqueId val="{00000000-9670-4583-A185-60502B708C97}"/>
                </c:ext>
              </c:extLst>
            </c:dLbl>
            <c:dLbl>
              <c:idx val="1"/>
              <c:layout/>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15:layout/>
                </c:ext>
                <c:ext xmlns:c16="http://schemas.microsoft.com/office/drawing/2014/chart" uri="{C3380CC4-5D6E-409C-BE32-E72D297353CC}">
                  <c16:uniqueId val="{00000002-9670-4583-A185-60502B708C97}"/>
                </c:ext>
              </c:extLst>
            </c:dLbl>
            <c:dLbl>
              <c:idx val="2"/>
              <c:layout/>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15:layout/>
                </c:ext>
                <c:ext xmlns:c16="http://schemas.microsoft.com/office/drawing/2014/chart" uri="{C3380CC4-5D6E-409C-BE32-E72D297353CC}">
                  <c16:uniqueId val="{00000004-9670-4583-A185-60502B708C97}"/>
                </c:ext>
              </c:extLst>
            </c:dLbl>
            <c:dLbl>
              <c:idx val="3"/>
              <c:layout/>
              <c:spPr>
                <a:noFill/>
                <a:ln>
                  <a:noFill/>
                </a:ln>
                <a:effectLst/>
              </c:spPr>
              <c:txPr>
                <a:bodyPr wrap="square" lIns="38100" tIns="19050" rIns="38100" bIns="19050" anchor="ctr">
                  <a:spAutoFit/>
                </a:bodyPr>
                <a:lstStyle/>
                <a:p>
                  <a:pPr>
                    <a:defRPr>
                      <a:solidFill>
                        <a:schemeClr val="bg1"/>
                      </a:solidFill>
                    </a:defRPr>
                  </a:pPr>
                  <a:endParaRPr lang="en-US"/>
                </a:p>
              </c:txPr>
              <c:dLblPos val="inEnd"/>
              <c:showLegendKey val="0"/>
              <c:showVal val="0"/>
              <c:showCatName val="0"/>
              <c:showSerName val="0"/>
              <c:showPercent val="1"/>
              <c:showBubbleSize val="0"/>
              <c:extLst>
                <c:ext xmlns:c15="http://schemas.microsoft.com/office/drawing/2012/chart" uri="{CE6537A1-D6FC-4f65-9D91-7224C49458BB}">
                  <c15:layout/>
                </c:ext>
                <c:ext xmlns:c16="http://schemas.microsoft.com/office/drawing/2014/chart" uri="{C3380CC4-5D6E-409C-BE32-E72D297353CC}">
                  <c16:uniqueId val="{00000006-9670-4583-A185-60502B708C97}"/>
                </c:ext>
              </c:extLst>
            </c:dLbl>
            <c:dLbl>
              <c:idx val="4"/>
              <c:layout>
                <c:manualLayout>
                  <c:x val="2.3034007304262728E-2"/>
                  <c:y val="0.10052252378075255"/>
                </c:manualLayout>
              </c:layout>
              <c:spPr>
                <a:noFill/>
                <a:ln>
                  <a:noFill/>
                </a:ln>
                <a:effectLst/>
              </c:spPr>
              <c:txPr>
                <a:bodyPr wrap="square" lIns="38100" tIns="19050" rIns="38100" bIns="19050" anchor="ctr">
                  <a:spAutoFit/>
                </a:bodyPr>
                <a:lstStyle/>
                <a:p>
                  <a:pPr>
                    <a:defRPr>
                      <a:solidFill>
                        <a:schemeClr val="bg1"/>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15:layout/>
                </c:ext>
                <c:ext xmlns:c16="http://schemas.microsoft.com/office/drawing/2014/chart" uri="{C3380CC4-5D6E-409C-BE32-E72D297353CC}">
                  <c16:uniqueId val="{00000008-9670-4583-A185-60502B708C97}"/>
                </c:ext>
              </c:extLst>
            </c:dLbl>
            <c:dLbl>
              <c:idx val="5"/>
              <c:layout>
                <c:manualLayout>
                  <c:x val="-4.6957477441336999E-2"/>
                  <c:y val="0.13137237637500265"/>
                </c:manualLayout>
              </c:layout>
              <c:spPr>
                <a:noFill/>
                <a:ln>
                  <a:noFill/>
                </a:ln>
                <a:effectLst/>
              </c:spPr>
              <c:txPr>
                <a:bodyPr wrap="square" lIns="38100" tIns="19050" rIns="38100" bIns="19050" anchor="ctr">
                  <a:spAutoFit/>
                </a:bodyPr>
                <a:lstStyle/>
                <a:p>
                  <a:pPr>
                    <a:defRPr>
                      <a:solidFill>
                        <a:schemeClr val="bg2"/>
                      </a:solidFill>
                    </a:defRPr>
                  </a:pPr>
                  <a:endParaRPr lang="en-US"/>
                </a:p>
              </c:txPr>
              <c:dLblPos val="bestFit"/>
              <c:showLegendKey val="0"/>
              <c:showVal val="0"/>
              <c:showCatName val="0"/>
              <c:showSerName val="0"/>
              <c:showPercent val="1"/>
              <c:showBubbleSize val="0"/>
              <c:extLst>
                <c:ext xmlns:c15="http://schemas.microsoft.com/office/drawing/2012/chart" uri="{CE6537A1-D6FC-4f65-9D91-7224C49458BB}">
                  <c15:layout/>
                </c:ext>
                <c:ext xmlns:c16="http://schemas.microsoft.com/office/drawing/2014/chart" uri="{C3380CC4-5D6E-409C-BE32-E72D297353CC}">
                  <c16:uniqueId val="{0000000A-9670-4583-A185-60502B708C97}"/>
                </c:ext>
              </c:extLst>
            </c:dLbl>
            <c:spPr>
              <a:noFill/>
              <a:ln>
                <a:noFill/>
              </a:ln>
              <a:effectLst/>
            </c:spPr>
            <c:txPr>
              <a:bodyPr wrap="square" lIns="38100" tIns="19050" rIns="38100" bIns="19050" anchor="ctr">
                <a:spAutoFit/>
              </a:bodyPr>
              <a:lstStyle/>
              <a:p>
                <a:pPr>
                  <a:defRPr/>
                </a:pPr>
                <a:endParaRPr lang="en-US"/>
              </a:p>
            </c:txPr>
            <c:dLblPos val="inEnd"/>
            <c:showLegendKey val="0"/>
            <c:showVal val="1"/>
            <c:showCatName val="0"/>
            <c:showSerName val="0"/>
            <c:showPercent val="1"/>
            <c:showBubbleSize val="0"/>
            <c:showLeaderLines val="1"/>
            <c:extLst>
              <c:ext xmlns:c15="http://schemas.microsoft.com/office/drawing/2012/chart" uri="{CE6537A1-D6FC-4f65-9D91-7224C49458BB}"/>
            </c:extLst>
          </c:dLbls>
          <c:cat>
            <c:strRef>
              <c:f>Subjective!$D$24:$D$30</c:f>
              <c:strCache>
                <c:ptCount val="6"/>
                <c:pt idx="0">
                  <c:v>completed</c:v>
                </c:pt>
                <c:pt idx="1">
                  <c:v>failed</c:v>
                </c:pt>
                <c:pt idx="2">
                  <c:v>incomplete</c:v>
                </c:pt>
                <c:pt idx="3">
                  <c:v>N/A</c:v>
                </c:pt>
                <c:pt idx="4">
                  <c:v>pending</c:v>
                </c:pt>
                <c:pt idx="5">
                  <c:v>started</c:v>
                </c:pt>
              </c:strCache>
            </c:strRef>
          </c:cat>
          <c:val>
            <c:numRef>
              <c:f>Subjective!$E$24:$E$30</c:f>
              <c:numCache>
                <c:formatCode>General</c:formatCode>
                <c:ptCount val="6"/>
                <c:pt idx="0">
                  <c:v>5535</c:v>
                </c:pt>
                <c:pt idx="1">
                  <c:v>7256</c:v>
                </c:pt>
                <c:pt idx="2">
                  <c:v>6641</c:v>
                </c:pt>
                <c:pt idx="3">
                  <c:v>8512</c:v>
                </c:pt>
                <c:pt idx="4">
                  <c:v>48</c:v>
                </c:pt>
                <c:pt idx="5">
                  <c:v>35</c:v>
                </c:pt>
              </c:numCache>
            </c:numRef>
          </c:val>
          <c:extLst>
            <c:ext xmlns:c16="http://schemas.microsoft.com/office/drawing/2014/chart" uri="{C3380CC4-5D6E-409C-BE32-E72D297353CC}">
              <c16:uniqueId val="{0000000B-9670-4583-A185-60502B708C97}"/>
            </c:ext>
          </c:extLst>
        </c:ser>
        <c:dLbls>
          <c:dLblPos val="inEnd"/>
          <c:showLegendKey val="0"/>
          <c:showVal val="0"/>
          <c:showCatName val="0"/>
          <c:showSerName val="0"/>
          <c:showPercent val="1"/>
          <c:showBubbleSize val="0"/>
          <c:showLeaderLines val="1"/>
        </c:dLbls>
        <c:firstSliceAng val="0"/>
      </c:pieChart>
    </c:plotArea>
    <c:legend>
      <c:legendPos val="r"/>
      <c:layout>
        <c:manualLayout>
          <c:xMode val="edge"/>
          <c:yMode val="edge"/>
          <c:x val="0.67662082732616169"/>
          <c:y val="0.21856723108726453"/>
          <c:w val="0.29521015858933125"/>
          <c:h val="0.70193568500875692"/>
        </c:manualLayout>
      </c:layout>
      <c:overlay val="0"/>
    </c:legend>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2">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[AstroSage_analysis_vikas.xlsx]Subjective!hourly_user_distribution</c:name>
    <c:fmtId val="52"/>
  </c:pivotSource>
  <c:chart>
    <c:title>
      <c:tx>
        <c:rich>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r>
              <a:rPr lang="en-US" b="1">
                <a:solidFill>
                  <a:schemeClr val="accent1">
                    <a:lumMod val="50000"/>
                  </a:schemeClr>
                </a:solidFill>
              </a:rPr>
              <a:t>Hourly</a:t>
            </a:r>
            <a:r>
              <a:rPr lang="en-US" b="1" baseline="0">
                <a:solidFill>
                  <a:schemeClr val="accent1">
                    <a:lumMod val="50000"/>
                  </a:schemeClr>
                </a:solidFill>
              </a:rPr>
              <a:t> User Volume</a:t>
            </a:r>
            <a:endParaRPr lang="en-US" b="1">
              <a:solidFill>
                <a:schemeClr val="accent1">
                  <a:lumMod val="50000"/>
                </a:schemeClr>
              </a:solidFill>
            </a:endParaRPr>
          </a:p>
        </c:rich>
      </c:tx>
      <c:overlay val="0"/>
      <c:spPr>
        <a:noFill/>
        <a:ln>
          <a:noFill/>
        </a:ln>
        <a:effectLst/>
      </c:spPr>
      <c:txPr>
        <a:bodyPr rot="0" spcFirstLastPara="1" vertOverflow="ellipsis" vert="horz" wrap="square" anchor="ctr" anchorCtr="1"/>
        <a:lstStyle/>
        <a:p>
          <a:pPr>
            <a:defRPr sz="1400" b="1" i="0" u="none" strike="noStrike" kern="1200" spc="0" baseline="0">
              <a:solidFill>
                <a:schemeClr val="tx1"/>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w="28575" cap="rnd">
            <a:solidFill>
              <a:schemeClr val="accent1"/>
            </a:solidFill>
            <a:round/>
          </a:ln>
          <a:effectLst/>
        </c:spPr>
        <c:marker>
          <c:symbol val="none"/>
        </c:marker>
      </c:pivotFmt>
      <c:pivotFmt>
        <c:idx val="4"/>
        <c:spPr>
          <a:solidFill>
            <a:schemeClr val="accent1"/>
          </a:solidFill>
          <a:ln w="28575" cap="rnd">
            <a:solidFill>
              <a:schemeClr val="accent1"/>
            </a:solidFill>
            <a:round/>
          </a:ln>
          <a:effectLst/>
        </c:spPr>
        <c:marker>
          <c:symbol val="none"/>
        </c:marker>
      </c:pivotFmt>
      <c:pivotFmt>
        <c:idx val="5"/>
        <c:spPr>
          <a:solidFill>
            <a:schemeClr val="accent1"/>
          </a:solidFill>
          <a:ln w="28575" cap="rnd">
            <a:solidFill>
              <a:schemeClr val="accent1"/>
            </a:solidFill>
            <a:round/>
          </a:ln>
          <a:effectLst/>
        </c:spPr>
        <c:marker>
          <c:symbol val="none"/>
        </c:marker>
      </c:pivotFmt>
      <c:pivotFmt>
        <c:idx val="6"/>
        <c:spPr>
          <a:solidFill>
            <a:schemeClr val="accent1"/>
          </a:solidFill>
          <a:ln w="28575" cap="rnd">
            <a:solidFill>
              <a:schemeClr val="accent1"/>
            </a:solidFill>
            <a:round/>
          </a:ln>
          <a:effectLst/>
        </c:spPr>
        <c:marker>
          <c:symbol val="none"/>
        </c:marker>
      </c:pivotFmt>
    </c:pivotFmts>
    <c:plotArea>
      <c:layout/>
      <c:lineChart>
        <c:grouping val="stacked"/>
        <c:varyColors val="0"/>
        <c:ser>
          <c:idx val="0"/>
          <c:order val="0"/>
          <c:tx>
            <c:strRef>
              <c:f>Subjective!$O$3</c:f>
              <c:strCache>
                <c:ptCount val="1"/>
                <c:pt idx="0">
                  <c:v>Total</c:v>
                </c:pt>
              </c:strCache>
            </c:strRef>
          </c:tx>
          <c:spPr>
            <a:ln w="28575" cap="rnd">
              <a:solidFill>
                <a:schemeClr val="accent1"/>
              </a:solidFill>
              <a:round/>
            </a:ln>
            <a:effectLst/>
          </c:spPr>
          <c:marker>
            <c:symbol val="none"/>
          </c:marker>
          <c:cat>
            <c:strRef>
              <c:f>Subjective!$N$4:$N$28</c:f>
              <c:strCache>
                <c:ptCount val="24"/>
                <c:pt idx="0">
                  <c:v>00</c:v>
                </c:pt>
                <c:pt idx="1">
                  <c:v>01</c:v>
                </c:pt>
                <c:pt idx="2">
                  <c:v>02</c:v>
                </c:pt>
                <c:pt idx="3">
                  <c:v>03</c:v>
                </c:pt>
                <c:pt idx="4">
                  <c:v>04</c:v>
                </c:pt>
                <c:pt idx="5">
                  <c:v>05</c:v>
                </c:pt>
                <c:pt idx="6">
                  <c:v>06</c:v>
                </c:pt>
                <c:pt idx="7">
                  <c:v>07</c:v>
                </c:pt>
                <c:pt idx="8">
                  <c:v>08</c:v>
                </c:pt>
                <c:pt idx="9">
                  <c:v>09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Subjective!$O$4:$O$28</c:f>
              <c:numCache>
                <c:formatCode>General</c:formatCode>
                <c:ptCount val="24"/>
                <c:pt idx="0">
                  <c:v>226</c:v>
                </c:pt>
                <c:pt idx="1">
                  <c:v>304</c:v>
                </c:pt>
                <c:pt idx="2">
                  <c:v>560</c:v>
                </c:pt>
                <c:pt idx="3">
                  <c:v>856</c:v>
                </c:pt>
                <c:pt idx="4">
                  <c:v>1153</c:v>
                </c:pt>
                <c:pt idx="5">
                  <c:v>1438</c:v>
                </c:pt>
                <c:pt idx="6">
                  <c:v>1855</c:v>
                </c:pt>
                <c:pt idx="7">
                  <c:v>1664</c:v>
                </c:pt>
                <c:pt idx="8">
                  <c:v>1875</c:v>
                </c:pt>
                <c:pt idx="9">
                  <c:v>1673</c:v>
                </c:pt>
                <c:pt idx="10">
                  <c:v>1704</c:v>
                </c:pt>
                <c:pt idx="11">
                  <c:v>1472</c:v>
                </c:pt>
                <c:pt idx="12">
                  <c:v>1591</c:v>
                </c:pt>
                <c:pt idx="13">
                  <c:v>1574</c:v>
                </c:pt>
                <c:pt idx="14">
                  <c:v>1673</c:v>
                </c:pt>
                <c:pt idx="15">
                  <c:v>1747</c:v>
                </c:pt>
                <c:pt idx="16">
                  <c:v>1773</c:v>
                </c:pt>
                <c:pt idx="17">
                  <c:v>1443</c:v>
                </c:pt>
                <c:pt idx="18">
                  <c:v>1099</c:v>
                </c:pt>
                <c:pt idx="19">
                  <c:v>912</c:v>
                </c:pt>
                <c:pt idx="20">
                  <c:v>553</c:v>
                </c:pt>
                <c:pt idx="21">
                  <c:v>347</c:v>
                </c:pt>
                <c:pt idx="22">
                  <c:v>268</c:v>
                </c:pt>
                <c:pt idx="23">
                  <c:v>267</c:v>
                </c:pt>
              </c:numCache>
            </c:numRef>
          </c:val>
          <c:smooth val="0"/>
          <c:extLst>
            <c:ext xmlns:c16="http://schemas.microsoft.com/office/drawing/2014/chart" uri="{C3380CC4-5D6E-409C-BE32-E72D297353CC}">
              <c16:uniqueId val="{00000000-DA81-4707-A1D5-8AE28C752B0E}"/>
            </c:ext>
          </c:extLst>
        </c:ser>
        <c:dLbls>
          <c:showLegendKey val="0"/>
          <c:showVal val="0"/>
          <c:showCatName val="0"/>
          <c:showSerName val="0"/>
          <c:showPercent val="0"/>
          <c:showBubbleSize val="0"/>
        </c:dLbls>
        <c:smooth val="0"/>
        <c:axId val="966447679"/>
        <c:axId val="966461823"/>
      </c:lineChart>
      <c:catAx>
        <c:axId val="966447679"/>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solidFill>
                    <a:latin typeface="+mn-lt"/>
                    <a:ea typeface="+mn-ea"/>
                    <a:cs typeface="+mn-cs"/>
                  </a:defRPr>
                </a:pPr>
                <a:r>
                  <a:rPr lang="en-IN" b="1">
                    <a:solidFill>
                      <a:schemeClr val="tx1"/>
                    </a:solidFill>
                  </a:rPr>
                  <a:t>Hours</a:t>
                </a:r>
              </a:p>
            </c:rich>
          </c:tx>
          <c:overlay val="0"/>
          <c:spPr>
            <a:noFill/>
            <a:ln>
              <a:noFill/>
            </a:ln>
            <a:effectLst/>
          </c:spPr>
          <c:txPr>
            <a:bodyPr rot="0" spcFirstLastPara="1" vertOverflow="ellipsis" vert="horz" wrap="square" anchor="ctr" anchorCtr="1"/>
            <a:lstStyle/>
            <a:p>
              <a:pPr>
                <a:defRPr sz="1000" b="1"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6461823"/>
        <c:crosses val="autoZero"/>
        <c:auto val="1"/>
        <c:lblAlgn val="ctr"/>
        <c:lblOffset val="100"/>
        <c:noMultiLvlLbl val="0"/>
      </c:catAx>
      <c:valAx>
        <c:axId val="96646182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1" i="0" u="none" strike="noStrike" kern="1200" baseline="0">
                    <a:solidFill>
                      <a:schemeClr val="tx1"/>
                    </a:solidFill>
                    <a:latin typeface="+mn-lt"/>
                    <a:ea typeface="+mn-ea"/>
                    <a:cs typeface="+mn-cs"/>
                  </a:defRPr>
                </a:pPr>
                <a:r>
                  <a:rPr lang="en-IN" b="1">
                    <a:solidFill>
                      <a:schemeClr val="tx1"/>
                    </a:solidFill>
                  </a:rPr>
                  <a:t>User</a:t>
                </a:r>
                <a:r>
                  <a:rPr lang="en-IN" b="1" baseline="0">
                    <a:solidFill>
                      <a:schemeClr val="tx1"/>
                    </a:solidFill>
                  </a:rPr>
                  <a:t> Volume</a:t>
                </a:r>
                <a:endParaRPr lang="en-IN" b="1">
                  <a:solidFill>
                    <a:schemeClr val="tx1"/>
                  </a:solidFill>
                </a:endParaRPr>
              </a:p>
            </c:rich>
          </c:tx>
          <c:overlay val="0"/>
          <c:spPr>
            <a:noFill/>
            <a:ln>
              <a:noFill/>
            </a:ln>
            <a:effectLst/>
          </c:spPr>
          <c:txPr>
            <a:bodyPr rot="-5400000" spcFirstLastPara="1" vertOverflow="ellipsis" vert="horz" wrap="square" anchor="ctr" anchorCtr="1"/>
            <a:lstStyle/>
            <a:p>
              <a:pPr>
                <a:defRPr sz="1000" b="1" i="0" u="none" strike="noStrike" kern="1200" baseline="0">
                  <a:solidFill>
                    <a:schemeClr val="tx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66447679"/>
        <c:crosses val="autoZero"/>
        <c:crossBetween val="between"/>
      </c:valAx>
      <c:spPr>
        <a:noFill/>
        <a:ln>
          <a:noFill/>
        </a:ln>
        <a:effectLst/>
      </c:spPr>
    </c:plotArea>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[AstroSage_analysis_vikas.xlsx]Subjective!Guru_rating</c:name>
    <c:fmtId val="2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b="1">
                <a:solidFill>
                  <a:schemeClr val="accent1">
                    <a:lumMod val="50000"/>
                  </a:schemeClr>
                </a:solidFill>
              </a:rPr>
              <a:t>Rating wise User Distribution</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pivotFmt>
      <c:pivotFmt>
        <c:idx val="6"/>
        <c:spPr>
          <a:solidFill>
            <a:schemeClr val="accent1"/>
          </a:solidFill>
          <a:ln>
            <a:noFill/>
          </a:ln>
          <a:effectLst/>
        </c:spPr>
        <c:marker>
          <c:symbol val="none"/>
        </c:marker>
      </c:pivotFmt>
    </c:pivotFmts>
    <c:plotArea>
      <c:layout/>
      <c:barChart>
        <c:barDir val="col"/>
        <c:grouping val="clustered"/>
        <c:varyColors val="0"/>
        <c:ser>
          <c:idx val="0"/>
          <c:order val="0"/>
          <c:tx>
            <c:strRef>
              <c:f>Subjective!$R$3</c:f>
              <c:strCache>
                <c:ptCount val="1"/>
                <c:pt idx="0">
                  <c:v>Total</c:v>
                </c:pt>
              </c:strCache>
            </c:strRef>
          </c:tx>
          <c:spPr>
            <a:solidFill>
              <a:schemeClr val="accent1"/>
            </a:solidFill>
            <a:ln>
              <a:noFill/>
            </a:ln>
            <a:effectLst/>
          </c:spPr>
          <c:invertIfNegative val="0"/>
          <c:cat>
            <c:strRef>
              <c:f>Subjective!$Q$4:$Q$13</c:f>
              <c:strCache>
                <c:ptCount val="9"/>
                <c:pt idx="0">
                  <c:v>0</c:v>
                </c:pt>
                <c:pt idx="1">
                  <c:v>1</c:v>
                </c:pt>
                <c:pt idx="2">
                  <c:v>2</c:v>
                </c:pt>
                <c:pt idx="3">
                  <c:v>3</c:v>
                </c:pt>
                <c:pt idx="4">
                  <c:v>4</c:v>
                </c:pt>
                <c:pt idx="5">
                  <c:v>5</c:v>
                </c:pt>
                <c:pt idx="6">
                  <c:v>6</c:v>
                </c:pt>
                <c:pt idx="7">
                  <c:v>7</c:v>
                </c:pt>
                <c:pt idx="8">
                  <c:v>8</c:v>
                </c:pt>
              </c:strCache>
            </c:strRef>
          </c:cat>
          <c:val>
            <c:numRef>
              <c:f>Subjective!$R$4:$R$13</c:f>
              <c:numCache>
                <c:formatCode>General</c:formatCode>
                <c:ptCount val="9"/>
                <c:pt idx="0">
                  <c:v>7256</c:v>
                </c:pt>
                <c:pt idx="1">
                  <c:v>2199</c:v>
                </c:pt>
                <c:pt idx="2">
                  <c:v>4329</c:v>
                </c:pt>
                <c:pt idx="3">
                  <c:v>4407</c:v>
                </c:pt>
                <c:pt idx="4">
                  <c:v>2132</c:v>
                </c:pt>
                <c:pt idx="5">
                  <c:v>2169</c:v>
                </c:pt>
                <c:pt idx="6">
                  <c:v>1829</c:v>
                </c:pt>
                <c:pt idx="7">
                  <c:v>1824</c:v>
                </c:pt>
                <c:pt idx="8">
                  <c:v>1882</c:v>
                </c:pt>
              </c:numCache>
            </c:numRef>
          </c:val>
          <c:extLst>
            <c:ext xmlns:c16="http://schemas.microsoft.com/office/drawing/2014/chart" uri="{C3380CC4-5D6E-409C-BE32-E72D297353CC}">
              <c16:uniqueId val="{00000000-AFD1-4087-8685-862BF3BEFA88}"/>
            </c:ext>
          </c:extLst>
        </c:ser>
        <c:dLbls>
          <c:showLegendKey val="0"/>
          <c:showVal val="0"/>
          <c:showCatName val="0"/>
          <c:showSerName val="0"/>
          <c:showPercent val="0"/>
          <c:showBubbleSize val="0"/>
        </c:dLbls>
        <c:gapWidth val="219"/>
        <c:overlap val="-27"/>
        <c:axId val="777020511"/>
        <c:axId val="777017183"/>
      </c:barChart>
      <c:catAx>
        <c:axId val="777020511"/>
        <c:scaling>
          <c:orientation val="minMax"/>
        </c:scaling>
        <c:delete val="0"/>
        <c:axPos val="b"/>
        <c:title>
          <c:tx>
            <c:rich>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IN" b="1"/>
                  <a:t>Rating</a:t>
                </a:r>
              </a:p>
            </c:rich>
          </c:tx>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777017183"/>
        <c:crosses val="autoZero"/>
        <c:auto val="1"/>
        <c:lblAlgn val="ctr"/>
        <c:lblOffset val="100"/>
        <c:noMultiLvlLbl val="0"/>
      </c:catAx>
      <c:valAx>
        <c:axId val="7770171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r>
                  <a:rPr lang="en-US" b="1"/>
                  <a:t>Users Rating</a:t>
                </a:r>
              </a:p>
            </c:rich>
          </c:tx>
          <c:overlay val="0"/>
          <c:spPr>
            <a:noFill/>
            <a:ln>
              <a:noFill/>
            </a:ln>
            <a:effectLst/>
          </c:spPr>
          <c:txPr>
            <a:bodyPr rot="-540000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US"/>
          </a:p>
        </c:txPr>
        <c:crossAx val="777020511"/>
        <c:crosses val="autoZero"/>
        <c:crossBetween val="between"/>
      </c:valAx>
      <c:spPr>
        <a:noFill/>
        <a:ln>
          <a:noFill/>
        </a:ln>
        <a:effectLst/>
      </c:spPr>
    </c:plotArea>
    <c:plotVisOnly val="1"/>
    <c:dispBlanksAs val="gap"/>
    <c:showDLblsOverMax val="0"/>
  </c:chart>
  <c:spPr>
    <a:solidFill>
      <a:schemeClr val="bg1"/>
    </a:solidFill>
    <a:ln w="9525" cap="flat" cmpd="sng" algn="ctr">
      <a:no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1" name="Google Shape;221;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6" name="Google Shape;256;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8" name="Google Shape;26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4" name="Google Shape;274;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0" name="Google Shape;280;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2" name="Google Shape;292;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1_Title slide">
    <p:spTree>
      <p:nvGrpSpPr>
        <p:cNvPr id="1" name="Shape 11"/>
        <p:cNvGrpSpPr/>
        <p:nvPr/>
      </p:nvGrpSpPr>
      <p:grpSpPr>
        <a:xfrm>
          <a:off x="0" y="0"/>
          <a:ext cx="0" cy="0"/>
          <a:chOff x="0" y="0"/>
          <a:chExt cx="0" cy="0"/>
        </a:xfrm>
      </p:grpSpPr>
      <p:sp>
        <p:nvSpPr>
          <p:cNvPr id="12" name="Google Shape;12;p29"/>
          <p:cNvSpPr txBox="1">
            <a:spLocks noGrp="1"/>
          </p:cNvSpPr>
          <p:nvPr>
            <p:ph type="title"/>
          </p:nvPr>
        </p:nvSpPr>
        <p:spPr>
          <a:xfrm>
            <a:off x="876900" y="874250"/>
            <a:ext cx="4387500" cy="26325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3000"/>
              <a:buFont typeface="Calibri"/>
              <a:buNone/>
              <a:defRPr sz="7500"/>
            </a:lvl1pPr>
            <a:lvl2pPr lvl="1">
              <a:lnSpc>
                <a:spcPct val="80000"/>
              </a:lnSpc>
              <a:spcBef>
                <a:spcPts val="0"/>
              </a:spcBef>
              <a:spcAft>
                <a:spcPts val="0"/>
              </a:spcAft>
              <a:buSzPts val="3000"/>
              <a:buFont typeface="Quantico"/>
              <a:buNone/>
              <a:defRPr sz="7500">
                <a:latin typeface="Quantico"/>
                <a:ea typeface="Quantico"/>
                <a:cs typeface="Quantico"/>
                <a:sym typeface="Quantico"/>
              </a:defRPr>
            </a:lvl2pPr>
            <a:lvl3pPr lvl="2">
              <a:lnSpc>
                <a:spcPct val="80000"/>
              </a:lnSpc>
              <a:spcBef>
                <a:spcPts val="0"/>
              </a:spcBef>
              <a:spcAft>
                <a:spcPts val="0"/>
              </a:spcAft>
              <a:buSzPts val="3000"/>
              <a:buFont typeface="Quantico"/>
              <a:buNone/>
              <a:defRPr sz="7500">
                <a:latin typeface="Quantico"/>
                <a:ea typeface="Quantico"/>
                <a:cs typeface="Quantico"/>
                <a:sym typeface="Quantico"/>
              </a:defRPr>
            </a:lvl3pPr>
            <a:lvl4pPr lvl="3">
              <a:lnSpc>
                <a:spcPct val="80000"/>
              </a:lnSpc>
              <a:spcBef>
                <a:spcPts val="0"/>
              </a:spcBef>
              <a:spcAft>
                <a:spcPts val="0"/>
              </a:spcAft>
              <a:buSzPts val="3000"/>
              <a:buFont typeface="Quantico"/>
              <a:buNone/>
              <a:defRPr sz="7500">
                <a:latin typeface="Quantico"/>
                <a:ea typeface="Quantico"/>
                <a:cs typeface="Quantico"/>
                <a:sym typeface="Quantico"/>
              </a:defRPr>
            </a:lvl4pPr>
            <a:lvl5pPr lvl="4">
              <a:lnSpc>
                <a:spcPct val="80000"/>
              </a:lnSpc>
              <a:spcBef>
                <a:spcPts val="0"/>
              </a:spcBef>
              <a:spcAft>
                <a:spcPts val="0"/>
              </a:spcAft>
              <a:buSzPts val="3000"/>
              <a:buFont typeface="Quantico"/>
              <a:buNone/>
              <a:defRPr sz="7500">
                <a:latin typeface="Quantico"/>
                <a:ea typeface="Quantico"/>
                <a:cs typeface="Quantico"/>
                <a:sym typeface="Quantico"/>
              </a:defRPr>
            </a:lvl5pPr>
            <a:lvl6pPr lvl="5">
              <a:lnSpc>
                <a:spcPct val="80000"/>
              </a:lnSpc>
              <a:spcBef>
                <a:spcPts val="0"/>
              </a:spcBef>
              <a:spcAft>
                <a:spcPts val="0"/>
              </a:spcAft>
              <a:buSzPts val="3000"/>
              <a:buFont typeface="Quantico"/>
              <a:buNone/>
              <a:defRPr sz="7500">
                <a:latin typeface="Quantico"/>
                <a:ea typeface="Quantico"/>
                <a:cs typeface="Quantico"/>
                <a:sym typeface="Quantico"/>
              </a:defRPr>
            </a:lvl6pPr>
            <a:lvl7pPr lvl="6">
              <a:lnSpc>
                <a:spcPct val="80000"/>
              </a:lnSpc>
              <a:spcBef>
                <a:spcPts val="0"/>
              </a:spcBef>
              <a:spcAft>
                <a:spcPts val="0"/>
              </a:spcAft>
              <a:buSzPts val="3000"/>
              <a:buFont typeface="Quantico"/>
              <a:buNone/>
              <a:defRPr sz="7500">
                <a:latin typeface="Quantico"/>
                <a:ea typeface="Quantico"/>
                <a:cs typeface="Quantico"/>
                <a:sym typeface="Quantico"/>
              </a:defRPr>
            </a:lvl7pPr>
            <a:lvl8pPr lvl="7">
              <a:lnSpc>
                <a:spcPct val="80000"/>
              </a:lnSpc>
              <a:spcBef>
                <a:spcPts val="0"/>
              </a:spcBef>
              <a:spcAft>
                <a:spcPts val="0"/>
              </a:spcAft>
              <a:buSzPts val="3000"/>
              <a:buFont typeface="Quantico"/>
              <a:buNone/>
              <a:defRPr sz="7500">
                <a:latin typeface="Quantico"/>
                <a:ea typeface="Quantico"/>
                <a:cs typeface="Quantico"/>
                <a:sym typeface="Quantico"/>
              </a:defRPr>
            </a:lvl8pPr>
            <a:lvl9pPr lvl="8">
              <a:lnSpc>
                <a:spcPct val="80000"/>
              </a:lnSpc>
              <a:spcBef>
                <a:spcPts val="0"/>
              </a:spcBef>
              <a:spcAft>
                <a:spcPts val="0"/>
              </a:spcAft>
              <a:buSzPts val="3000"/>
              <a:buFont typeface="Quantico"/>
              <a:buNone/>
              <a:defRPr sz="7500">
                <a:latin typeface="Quantico"/>
                <a:ea typeface="Quantico"/>
                <a:cs typeface="Quantico"/>
                <a:sym typeface="Quantico"/>
              </a:defRPr>
            </a:lvl9pPr>
          </a:lstStyle>
          <a:p>
            <a:endParaRPr/>
          </a:p>
        </p:txBody>
      </p:sp>
      <p:sp>
        <p:nvSpPr>
          <p:cNvPr id="13" name="Google Shape;13;p29"/>
          <p:cNvSpPr txBox="1">
            <a:spLocks noGrp="1"/>
          </p:cNvSpPr>
          <p:nvPr>
            <p:ph type="subTitle" idx="1"/>
          </p:nvPr>
        </p:nvSpPr>
        <p:spPr>
          <a:xfrm>
            <a:off x="958450" y="4298625"/>
            <a:ext cx="2008500" cy="452700"/>
          </a:xfrm>
          <a:prstGeom prst="rect">
            <a:avLst/>
          </a:prstGeom>
          <a:noFill/>
          <a:ln>
            <a:noFill/>
          </a:ln>
        </p:spPr>
        <p:txBody>
          <a:bodyPr spcFirstLastPara="1" wrap="square" lIns="0" tIns="0" rIns="91425" bIns="0" anchor="t" anchorCtr="0">
            <a:noAutofit/>
          </a:bodyPr>
          <a:lstStyle>
            <a:lvl1pPr lvl="0" algn="l">
              <a:lnSpc>
                <a:spcPct val="115000"/>
              </a:lnSpc>
              <a:spcBef>
                <a:spcPts val="0"/>
              </a:spcBef>
              <a:spcAft>
                <a:spcPts val="0"/>
              </a:spcAft>
              <a:buClr>
                <a:schemeClr val="dk1"/>
              </a:buClr>
              <a:buSzPts val="1100"/>
              <a:buNone/>
              <a:defRPr>
                <a:solidFill>
                  <a:schemeClr val="dk1"/>
                </a:solidFill>
              </a:defRPr>
            </a:lvl1pPr>
            <a:lvl2pPr lvl="1" algn="l">
              <a:lnSpc>
                <a:spcPct val="115000"/>
              </a:lnSpc>
              <a:spcBef>
                <a:spcPts val="1000"/>
              </a:spcBef>
              <a:spcAft>
                <a:spcPts val="0"/>
              </a:spcAft>
              <a:buClr>
                <a:schemeClr val="dk1"/>
              </a:buClr>
              <a:buSzPts val="1100"/>
              <a:buNone/>
              <a:defRPr>
                <a:solidFill>
                  <a:schemeClr val="dk1"/>
                </a:solidFill>
              </a:defRPr>
            </a:lvl2pPr>
            <a:lvl3pPr lvl="2" algn="l">
              <a:lnSpc>
                <a:spcPct val="115000"/>
              </a:lnSpc>
              <a:spcBef>
                <a:spcPts val="1000"/>
              </a:spcBef>
              <a:spcAft>
                <a:spcPts val="0"/>
              </a:spcAft>
              <a:buClr>
                <a:schemeClr val="dk1"/>
              </a:buClr>
              <a:buSzPts val="1100"/>
              <a:buNone/>
              <a:defRPr>
                <a:solidFill>
                  <a:schemeClr val="dk1"/>
                </a:solidFill>
              </a:defRPr>
            </a:lvl3pPr>
            <a:lvl4pPr lvl="3" algn="l">
              <a:lnSpc>
                <a:spcPct val="115000"/>
              </a:lnSpc>
              <a:spcBef>
                <a:spcPts val="1000"/>
              </a:spcBef>
              <a:spcAft>
                <a:spcPts val="0"/>
              </a:spcAft>
              <a:buClr>
                <a:schemeClr val="dk1"/>
              </a:buClr>
              <a:buSzPts val="1100"/>
              <a:buNone/>
              <a:defRPr>
                <a:solidFill>
                  <a:schemeClr val="dk1"/>
                </a:solidFill>
              </a:defRPr>
            </a:lvl4pPr>
            <a:lvl5pPr lvl="4" algn="l">
              <a:lnSpc>
                <a:spcPct val="115000"/>
              </a:lnSpc>
              <a:spcBef>
                <a:spcPts val="1000"/>
              </a:spcBef>
              <a:spcAft>
                <a:spcPts val="0"/>
              </a:spcAft>
              <a:buClr>
                <a:schemeClr val="dk1"/>
              </a:buClr>
              <a:buSzPts val="1100"/>
              <a:buNone/>
              <a:defRPr>
                <a:solidFill>
                  <a:schemeClr val="dk1"/>
                </a:solidFill>
              </a:defRPr>
            </a:lvl5pPr>
            <a:lvl6pPr lvl="5" algn="l">
              <a:lnSpc>
                <a:spcPct val="115000"/>
              </a:lnSpc>
              <a:spcBef>
                <a:spcPts val="1000"/>
              </a:spcBef>
              <a:spcAft>
                <a:spcPts val="0"/>
              </a:spcAft>
              <a:buClr>
                <a:schemeClr val="dk1"/>
              </a:buClr>
              <a:buSzPts val="1100"/>
              <a:buNone/>
              <a:defRPr>
                <a:solidFill>
                  <a:schemeClr val="dk1"/>
                </a:solidFill>
              </a:defRPr>
            </a:lvl6pPr>
            <a:lvl7pPr lvl="6" algn="l">
              <a:lnSpc>
                <a:spcPct val="115000"/>
              </a:lnSpc>
              <a:spcBef>
                <a:spcPts val="1000"/>
              </a:spcBef>
              <a:spcAft>
                <a:spcPts val="0"/>
              </a:spcAft>
              <a:buClr>
                <a:schemeClr val="dk1"/>
              </a:buClr>
              <a:buSzPts val="1100"/>
              <a:buNone/>
              <a:defRPr>
                <a:solidFill>
                  <a:schemeClr val="dk1"/>
                </a:solidFill>
              </a:defRPr>
            </a:lvl7pPr>
            <a:lvl8pPr lvl="7" algn="l">
              <a:lnSpc>
                <a:spcPct val="115000"/>
              </a:lnSpc>
              <a:spcBef>
                <a:spcPts val="1000"/>
              </a:spcBef>
              <a:spcAft>
                <a:spcPts val="0"/>
              </a:spcAft>
              <a:buClr>
                <a:schemeClr val="dk1"/>
              </a:buClr>
              <a:buSzPts val="1100"/>
              <a:buNone/>
              <a:defRPr>
                <a:solidFill>
                  <a:schemeClr val="dk1"/>
                </a:solidFill>
              </a:defRPr>
            </a:lvl8pPr>
            <a:lvl9pPr lvl="8" algn="l">
              <a:lnSpc>
                <a:spcPct val="115000"/>
              </a:lnSpc>
              <a:spcBef>
                <a:spcPts val="1000"/>
              </a:spcBef>
              <a:spcAft>
                <a:spcPts val="1000"/>
              </a:spcAft>
              <a:buClr>
                <a:schemeClr val="dk1"/>
              </a:buClr>
              <a:buSzPts val="1100"/>
              <a:buNone/>
              <a:defRPr>
                <a:solidFill>
                  <a:schemeClr val="dk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Agenda - Alt 2">
  <p:cSld name="Agenda - Alt 2">
    <p:spTree>
      <p:nvGrpSpPr>
        <p:cNvPr id="1" name="Shape 14"/>
        <p:cNvGrpSpPr/>
        <p:nvPr/>
      </p:nvGrpSpPr>
      <p:grpSpPr>
        <a:xfrm>
          <a:off x="0" y="0"/>
          <a:ext cx="0" cy="0"/>
          <a:chOff x="0" y="0"/>
          <a:chExt cx="0" cy="0"/>
        </a:xfrm>
      </p:grpSpPr>
      <p:sp>
        <p:nvSpPr>
          <p:cNvPr id="15" name="Google Shape;15;p30"/>
          <p:cNvSpPr txBox="1">
            <a:spLocks noGrp="1"/>
          </p:cNvSpPr>
          <p:nvPr>
            <p:ph type="subTitle" idx="1"/>
          </p:nvPr>
        </p:nvSpPr>
        <p:spPr>
          <a:xfrm>
            <a:off x="411875" y="389750"/>
            <a:ext cx="2237100" cy="8169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1pPr>
            <a:lvl2pPr lvl="1"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2pPr>
            <a:lvl3pPr lvl="2"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3pPr>
            <a:lvl4pPr lvl="3"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4pPr>
            <a:lvl5pPr lvl="4"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5pPr>
            <a:lvl6pPr lvl="5"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6pPr>
            <a:lvl7pPr lvl="6"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7pPr>
            <a:lvl8pPr lvl="7"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8pPr>
            <a:lvl9pPr lvl="8" algn="l">
              <a:lnSpc>
                <a:spcPct val="80000"/>
              </a:lnSpc>
              <a:spcBef>
                <a:spcPts val="0"/>
              </a:spcBef>
              <a:spcAft>
                <a:spcPts val="0"/>
              </a:spcAft>
              <a:buClr>
                <a:schemeClr val="accent6"/>
              </a:buClr>
              <a:buSzPts val="1200"/>
              <a:buFont typeface="Quantico"/>
              <a:buNone/>
              <a:defRPr sz="2400">
                <a:solidFill>
                  <a:schemeClr val="accent6"/>
                </a:solidFill>
                <a:latin typeface="Quantico"/>
                <a:ea typeface="Quantico"/>
                <a:cs typeface="Quantico"/>
                <a:sym typeface="Quantico"/>
              </a:defRPr>
            </a:lvl9pPr>
          </a:lstStyle>
          <a:p>
            <a:endParaRPr/>
          </a:p>
        </p:txBody>
      </p:sp>
      <p:sp>
        <p:nvSpPr>
          <p:cNvPr id="16" name="Google Shape;16;p30"/>
          <p:cNvSpPr txBox="1">
            <a:spLocks noGrp="1"/>
          </p:cNvSpPr>
          <p:nvPr>
            <p:ph type="subTitle" idx="2"/>
          </p:nvPr>
        </p:nvSpPr>
        <p:spPr>
          <a:xfrm>
            <a:off x="3469838" y="218278"/>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a:endParaRPr/>
          </a:p>
        </p:txBody>
      </p:sp>
      <p:sp>
        <p:nvSpPr>
          <p:cNvPr id="17" name="Google Shape;17;p30"/>
          <p:cNvSpPr txBox="1">
            <a:spLocks noGrp="1"/>
          </p:cNvSpPr>
          <p:nvPr>
            <p:ph type="subTitle" idx="3"/>
          </p:nvPr>
        </p:nvSpPr>
        <p:spPr>
          <a:xfrm>
            <a:off x="3469838" y="1064402"/>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a:endParaRPr/>
          </a:p>
        </p:txBody>
      </p:sp>
      <p:sp>
        <p:nvSpPr>
          <p:cNvPr id="18" name="Google Shape;18;p30"/>
          <p:cNvSpPr txBox="1">
            <a:spLocks noGrp="1"/>
          </p:cNvSpPr>
          <p:nvPr>
            <p:ph type="subTitle" idx="4"/>
          </p:nvPr>
        </p:nvSpPr>
        <p:spPr>
          <a:xfrm>
            <a:off x="3469838" y="1923965"/>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accent6"/>
              </a:buClr>
              <a:buSzPts val="1000"/>
              <a:buNone/>
              <a:defRPr sz="2200">
                <a:solidFill>
                  <a:schemeClr val="accent6"/>
                </a:solidFill>
              </a:defRPr>
            </a:lvl1pPr>
            <a:lvl2pPr lvl="1" algn="l">
              <a:lnSpc>
                <a:spcPct val="80000"/>
              </a:lnSpc>
              <a:spcBef>
                <a:spcPts val="0"/>
              </a:spcBef>
              <a:spcAft>
                <a:spcPts val="0"/>
              </a:spcAft>
              <a:buClr>
                <a:schemeClr val="accent6"/>
              </a:buClr>
              <a:buSzPts val="1000"/>
              <a:buNone/>
              <a:defRPr sz="2200">
                <a:solidFill>
                  <a:schemeClr val="accent6"/>
                </a:solidFill>
              </a:defRPr>
            </a:lvl2pPr>
            <a:lvl3pPr lvl="2" algn="l">
              <a:lnSpc>
                <a:spcPct val="80000"/>
              </a:lnSpc>
              <a:spcBef>
                <a:spcPts val="0"/>
              </a:spcBef>
              <a:spcAft>
                <a:spcPts val="0"/>
              </a:spcAft>
              <a:buClr>
                <a:schemeClr val="accent6"/>
              </a:buClr>
              <a:buSzPts val="1000"/>
              <a:buNone/>
              <a:defRPr sz="2200">
                <a:solidFill>
                  <a:schemeClr val="accent6"/>
                </a:solidFill>
              </a:defRPr>
            </a:lvl3pPr>
            <a:lvl4pPr lvl="3" algn="l">
              <a:lnSpc>
                <a:spcPct val="80000"/>
              </a:lnSpc>
              <a:spcBef>
                <a:spcPts val="0"/>
              </a:spcBef>
              <a:spcAft>
                <a:spcPts val="0"/>
              </a:spcAft>
              <a:buClr>
                <a:schemeClr val="accent6"/>
              </a:buClr>
              <a:buSzPts val="1000"/>
              <a:buNone/>
              <a:defRPr sz="2200">
                <a:solidFill>
                  <a:schemeClr val="accent6"/>
                </a:solidFill>
              </a:defRPr>
            </a:lvl4pPr>
            <a:lvl5pPr lvl="4" algn="l">
              <a:lnSpc>
                <a:spcPct val="80000"/>
              </a:lnSpc>
              <a:spcBef>
                <a:spcPts val="0"/>
              </a:spcBef>
              <a:spcAft>
                <a:spcPts val="0"/>
              </a:spcAft>
              <a:buClr>
                <a:schemeClr val="accent6"/>
              </a:buClr>
              <a:buSzPts val="1000"/>
              <a:buNone/>
              <a:defRPr sz="2200">
                <a:solidFill>
                  <a:schemeClr val="accent6"/>
                </a:solidFill>
              </a:defRPr>
            </a:lvl5pPr>
            <a:lvl6pPr lvl="5" algn="l">
              <a:lnSpc>
                <a:spcPct val="80000"/>
              </a:lnSpc>
              <a:spcBef>
                <a:spcPts val="0"/>
              </a:spcBef>
              <a:spcAft>
                <a:spcPts val="0"/>
              </a:spcAft>
              <a:buClr>
                <a:schemeClr val="accent6"/>
              </a:buClr>
              <a:buSzPts val="1000"/>
              <a:buNone/>
              <a:defRPr sz="2200">
                <a:solidFill>
                  <a:schemeClr val="accent6"/>
                </a:solidFill>
              </a:defRPr>
            </a:lvl6pPr>
            <a:lvl7pPr lvl="6" algn="l">
              <a:lnSpc>
                <a:spcPct val="80000"/>
              </a:lnSpc>
              <a:spcBef>
                <a:spcPts val="0"/>
              </a:spcBef>
              <a:spcAft>
                <a:spcPts val="0"/>
              </a:spcAft>
              <a:buClr>
                <a:schemeClr val="accent6"/>
              </a:buClr>
              <a:buSzPts val="1000"/>
              <a:buNone/>
              <a:defRPr sz="2200">
                <a:solidFill>
                  <a:schemeClr val="accent6"/>
                </a:solidFill>
              </a:defRPr>
            </a:lvl7pPr>
            <a:lvl8pPr lvl="7" algn="l">
              <a:lnSpc>
                <a:spcPct val="80000"/>
              </a:lnSpc>
              <a:spcBef>
                <a:spcPts val="0"/>
              </a:spcBef>
              <a:spcAft>
                <a:spcPts val="0"/>
              </a:spcAft>
              <a:buClr>
                <a:schemeClr val="accent6"/>
              </a:buClr>
              <a:buSzPts val="1000"/>
              <a:buNone/>
              <a:defRPr sz="2200">
                <a:solidFill>
                  <a:schemeClr val="accent6"/>
                </a:solidFill>
              </a:defRPr>
            </a:lvl8pPr>
            <a:lvl9pPr lvl="8" algn="l">
              <a:lnSpc>
                <a:spcPct val="80000"/>
              </a:lnSpc>
              <a:spcBef>
                <a:spcPts val="0"/>
              </a:spcBef>
              <a:spcAft>
                <a:spcPts val="0"/>
              </a:spcAft>
              <a:buClr>
                <a:schemeClr val="accent6"/>
              </a:buClr>
              <a:buSzPts val="1000"/>
              <a:buNone/>
              <a:defRPr sz="2200">
                <a:solidFill>
                  <a:schemeClr val="accent6"/>
                </a:solidFill>
              </a:defRPr>
            </a:lvl9pPr>
          </a:lstStyle>
          <a:p>
            <a:endParaRPr/>
          </a:p>
        </p:txBody>
      </p:sp>
      <p:sp>
        <p:nvSpPr>
          <p:cNvPr id="19" name="Google Shape;19;p30"/>
          <p:cNvSpPr txBox="1">
            <a:spLocks noGrp="1"/>
          </p:cNvSpPr>
          <p:nvPr>
            <p:ph type="subTitle" idx="5"/>
          </p:nvPr>
        </p:nvSpPr>
        <p:spPr>
          <a:xfrm>
            <a:off x="3469838" y="2810376"/>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a:endParaRPr/>
          </a:p>
        </p:txBody>
      </p:sp>
      <p:sp>
        <p:nvSpPr>
          <p:cNvPr id="20" name="Google Shape;20;p30"/>
          <p:cNvSpPr txBox="1">
            <a:spLocks noGrp="1"/>
          </p:cNvSpPr>
          <p:nvPr>
            <p:ph type="subTitle" idx="6"/>
          </p:nvPr>
        </p:nvSpPr>
        <p:spPr>
          <a:xfrm>
            <a:off x="3469838" y="3646164"/>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a:endParaRPr/>
          </a:p>
        </p:txBody>
      </p:sp>
      <p:sp>
        <p:nvSpPr>
          <p:cNvPr id="21" name="Google Shape;21;p30"/>
          <p:cNvSpPr txBox="1">
            <a:spLocks noGrp="1"/>
          </p:cNvSpPr>
          <p:nvPr>
            <p:ph type="subTitle" idx="7"/>
          </p:nvPr>
        </p:nvSpPr>
        <p:spPr>
          <a:xfrm>
            <a:off x="3469838" y="4530963"/>
            <a:ext cx="5659800" cy="452700"/>
          </a:xfrm>
          <a:prstGeom prst="rect">
            <a:avLst/>
          </a:prstGeom>
          <a:noFill/>
          <a:ln>
            <a:noFill/>
          </a:ln>
        </p:spPr>
        <p:txBody>
          <a:bodyPr spcFirstLastPara="1" wrap="square" lIns="0" tIns="0" rIns="91425" bIns="0" anchor="ctr" anchorCtr="0">
            <a:noAutofit/>
          </a:bodyPr>
          <a:lstStyle>
            <a:lvl1pPr lvl="0" algn="l">
              <a:lnSpc>
                <a:spcPct val="80000"/>
              </a:lnSpc>
              <a:spcBef>
                <a:spcPts val="0"/>
              </a:spcBef>
              <a:spcAft>
                <a:spcPts val="0"/>
              </a:spcAft>
              <a:buClr>
                <a:schemeClr val="dk1"/>
              </a:buClr>
              <a:buSzPts val="1000"/>
              <a:buNone/>
              <a:defRPr sz="2200">
                <a:solidFill>
                  <a:schemeClr val="dk1"/>
                </a:solidFill>
              </a:defRPr>
            </a:lvl1pPr>
            <a:lvl2pPr lvl="1" algn="l">
              <a:lnSpc>
                <a:spcPct val="80000"/>
              </a:lnSpc>
              <a:spcBef>
                <a:spcPts val="0"/>
              </a:spcBef>
              <a:spcAft>
                <a:spcPts val="0"/>
              </a:spcAft>
              <a:buClr>
                <a:schemeClr val="dk1"/>
              </a:buClr>
              <a:buSzPts val="1000"/>
              <a:buNone/>
              <a:defRPr sz="2200">
                <a:solidFill>
                  <a:schemeClr val="dk1"/>
                </a:solidFill>
              </a:defRPr>
            </a:lvl2pPr>
            <a:lvl3pPr lvl="2" algn="l">
              <a:lnSpc>
                <a:spcPct val="80000"/>
              </a:lnSpc>
              <a:spcBef>
                <a:spcPts val="0"/>
              </a:spcBef>
              <a:spcAft>
                <a:spcPts val="0"/>
              </a:spcAft>
              <a:buClr>
                <a:schemeClr val="dk1"/>
              </a:buClr>
              <a:buSzPts val="1000"/>
              <a:buNone/>
              <a:defRPr sz="2200">
                <a:solidFill>
                  <a:schemeClr val="dk1"/>
                </a:solidFill>
              </a:defRPr>
            </a:lvl3pPr>
            <a:lvl4pPr lvl="3" algn="l">
              <a:lnSpc>
                <a:spcPct val="80000"/>
              </a:lnSpc>
              <a:spcBef>
                <a:spcPts val="0"/>
              </a:spcBef>
              <a:spcAft>
                <a:spcPts val="0"/>
              </a:spcAft>
              <a:buClr>
                <a:schemeClr val="dk1"/>
              </a:buClr>
              <a:buSzPts val="1000"/>
              <a:buNone/>
              <a:defRPr sz="2200">
                <a:solidFill>
                  <a:schemeClr val="dk1"/>
                </a:solidFill>
              </a:defRPr>
            </a:lvl4pPr>
            <a:lvl5pPr lvl="4" algn="l">
              <a:lnSpc>
                <a:spcPct val="80000"/>
              </a:lnSpc>
              <a:spcBef>
                <a:spcPts val="0"/>
              </a:spcBef>
              <a:spcAft>
                <a:spcPts val="0"/>
              </a:spcAft>
              <a:buClr>
                <a:schemeClr val="dk1"/>
              </a:buClr>
              <a:buSzPts val="1000"/>
              <a:buNone/>
              <a:defRPr sz="2200">
                <a:solidFill>
                  <a:schemeClr val="dk1"/>
                </a:solidFill>
              </a:defRPr>
            </a:lvl5pPr>
            <a:lvl6pPr lvl="5" algn="l">
              <a:lnSpc>
                <a:spcPct val="80000"/>
              </a:lnSpc>
              <a:spcBef>
                <a:spcPts val="0"/>
              </a:spcBef>
              <a:spcAft>
                <a:spcPts val="0"/>
              </a:spcAft>
              <a:buClr>
                <a:schemeClr val="dk1"/>
              </a:buClr>
              <a:buSzPts val="1000"/>
              <a:buNone/>
              <a:defRPr sz="2200">
                <a:solidFill>
                  <a:schemeClr val="dk1"/>
                </a:solidFill>
              </a:defRPr>
            </a:lvl6pPr>
            <a:lvl7pPr lvl="6" algn="l">
              <a:lnSpc>
                <a:spcPct val="80000"/>
              </a:lnSpc>
              <a:spcBef>
                <a:spcPts val="0"/>
              </a:spcBef>
              <a:spcAft>
                <a:spcPts val="0"/>
              </a:spcAft>
              <a:buClr>
                <a:schemeClr val="dk1"/>
              </a:buClr>
              <a:buSzPts val="1000"/>
              <a:buNone/>
              <a:defRPr sz="2200">
                <a:solidFill>
                  <a:schemeClr val="dk1"/>
                </a:solidFill>
              </a:defRPr>
            </a:lvl7pPr>
            <a:lvl8pPr lvl="7" algn="l">
              <a:lnSpc>
                <a:spcPct val="80000"/>
              </a:lnSpc>
              <a:spcBef>
                <a:spcPts val="0"/>
              </a:spcBef>
              <a:spcAft>
                <a:spcPts val="0"/>
              </a:spcAft>
              <a:buClr>
                <a:schemeClr val="dk1"/>
              </a:buClr>
              <a:buSzPts val="1000"/>
              <a:buNone/>
              <a:defRPr sz="2200">
                <a:solidFill>
                  <a:schemeClr val="dk1"/>
                </a:solidFill>
              </a:defRPr>
            </a:lvl8pPr>
            <a:lvl9pPr lvl="8" algn="l">
              <a:lnSpc>
                <a:spcPct val="80000"/>
              </a:lnSpc>
              <a:spcBef>
                <a:spcPts val="0"/>
              </a:spcBef>
              <a:spcAft>
                <a:spcPts val="0"/>
              </a:spcAft>
              <a:buClr>
                <a:schemeClr val="dk1"/>
              </a:buClr>
              <a:buSzPts val="1000"/>
              <a:buNone/>
              <a:defRPr sz="2200">
                <a:solidFill>
                  <a:schemeClr val="dk1"/>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 Alt 1">
  <p:cSld name="Title and body - Alt 1">
    <p:spTree>
      <p:nvGrpSpPr>
        <p:cNvPr id="1" name="Shape 22"/>
        <p:cNvGrpSpPr/>
        <p:nvPr/>
      </p:nvGrpSpPr>
      <p:grpSpPr>
        <a:xfrm>
          <a:off x="0" y="0"/>
          <a:ext cx="0" cy="0"/>
          <a:chOff x="0" y="0"/>
          <a:chExt cx="0" cy="0"/>
        </a:xfrm>
      </p:grpSpPr>
      <p:sp>
        <p:nvSpPr>
          <p:cNvPr id="23" name="Google Shape;23;p31"/>
          <p:cNvSpPr txBox="1">
            <a:spLocks noGrp="1"/>
          </p:cNvSpPr>
          <p:nvPr>
            <p:ph type="title"/>
          </p:nvPr>
        </p:nvSpPr>
        <p:spPr>
          <a:xfrm>
            <a:off x="941650" y="795275"/>
            <a:ext cx="2861400" cy="8166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6"/>
              </a:buClr>
              <a:buSzPts val="3000"/>
              <a:buFont typeface="Calibri"/>
              <a:buNone/>
              <a:defRPr sz="2400">
                <a:solidFill>
                  <a:schemeClr val="accent6"/>
                </a:solidFill>
              </a:defRPr>
            </a:lvl1pPr>
            <a:lvl2pPr lvl="1">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lnSpc>
                <a:spcPct val="100000"/>
              </a:lnSpc>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a:endParaRPr/>
          </a:p>
        </p:txBody>
      </p:sp>
      <p:sp>
        <p:nvSpPr>
          <p:cNvPr id="24" name="Google Shape;24;p31"/>
          <p:cNvSpPr txBox="1">
            <a:spLocks noGrp="1"/>
          </p:cNvSpPr>
          <p:nvPr>
            <p:ph type="title" idx="2"/>
          </p:nvPr>
        </p:nvSpPr>
        <p:spPr>
          <a:xfrm>
            <a:off x="4399600" y="83542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5" name="Google Shape;25;p31"/>
          <p:cNvSpPr txBox="1">
            <a:spLocks noGrp="1"/>
          </p:cNvSpPr>
          <p:nvPr>
            <p:ph type="title" idx="3"/>
          </p:nvPr>
        </p:nvSpPr>
        <p:spPr>
          <a:xfrm>
            <a:off x="6496050" y="83542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6" name="Google Shape;26;p31"/>
          <p:cNvSpPr txBox="1">
            <a:spLocks noGrp="1"/>
          </p:cNvSpPr>
          <p:nvPr>
            <p:ph type="title" idx="4"/>
          </p:nvPr>
        </p:nvSpPr>
        <p:spPr>
          <a:xfrm>
            <a:off x="4385600" y="279757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7" name="Google Shape;27;p31"/>
          <p:cNvSpPr txBox="1">
            <a:spLocks noGrp="1"/>
          </p:cNvSpPr>
          <p:nvPr>
            <p:ph type="title" idx="5"/>
          </p:nvPr>
        </p:nvSpPr>
        <p:spPr>
          <a:xfrm>
            <a:off x="6496050" y="2797575"/>
            <a:ext cx="2703600" cy="772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3"/>
              </a:buClr>
              <a:buSzPts val="3000"/>
              <a:buFont typeface="Calibri"/>
              <a:buNone/>
              <a:defRPr sz="2200">
                <a:solidFill>
                  <a:schemeClr val="accent3"/>
                </a:solidFill>
              </a:defRPr>
            </a:lvl1pPr>
            <a:lvl2pPr lvl="1">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2pPr>
            <a:lvl3pPr lvl="2">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3pPr>
            <a:lvl4pPr lvl="3">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4pPr>
            <a:lvl5pPr lvl="4">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5pPr>
            <a:lvl6pPr lvl="5">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6pPr>
            <a:lvl7pPr lvl="6">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7pPr>
            <a:lvl8pPr lvl="7">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8pPr>
            <a:lvl9pPr lvl="8">
              <a:lnSpc>
                <a:spcPct val="100000"/>
              </a:lnSpc>
              <a:spcBef>
                <a:spcPts val="0"/>
              </a:spcBef>
              <a:spcAft>
                <a:spcPts val="0"/>
              </a:spcAft>
              <a:buClr>
                <a:schemeClr val="accent3"/>
              </a:buClr>
              <a:buSzPts val="3000"/>
              <a:buFont typeface="Quantico"/>
              <a:buNone/>
              <a:defRPr sz="2200">
                <a:solidFill>
                  <a:schemeClr val="accent3"/>
                </a:solidFill>
                <a:latin typeface="Quantico"/>
                <a:ea typeface="Quantico"/>
                <a:cs typeface="Quantico"/>
                <a:sym typeface="Quantico"/>
              </a:defRPr>
            </a:lvl9pPr>
          </a:lstStyle>
          <a:p>
            <a:endParaRPr/>
          </a:p>
        </p:txBody>
      </p:sp>
      <p:sp>
        <p:nvSpPr>
          <p:cNvPr id="28" name="Google Shape;28;p31"/>
          <p:cNvSpPr txBox="1">
            <a:spLocks noGrp="1"/>
          </p:cNvSpPr>
          <p:nvPr>
            <p:ph type="title" idx="6"/>
          </p:nvPr>
        </p:nvSpPr>
        <p:spPr>
          <a:xfrm>
            <a:off x="4423700" y="1379550"/>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29" name="Google Shape;29;p31"/>
          <p:cNvSpPr txBox="1">
            <a:spLocks noGrp="1"/>
          </p:cNvSpPr>
          <p:nvPr>
            <p:ph type="title" idx="7"/>
          </p:nvPr>
        </p:nvSpPr>
        <p:spPr>
          <a:xfrm>
            <a:off x="6562725" y="1379550"/>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30" name="Google Shape;30;p31"/>
          <p:cNvSpPr txBox="1">
            <a:spLocks noGrp="1"/>
          </p:cNvSpPr>
          <p:nvPr>
            <p:ph type="title" idx="8"/>
          </p:nvPr>
        </p:nvSpPr>
        <p:spPr>
          <a:xfrm>
            <a:off x="4423700" y="3341700"/>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31" name="Google Shape;31;p31"/>
          <p:cNvSpPr txBox="1">
            <a:spLocks noGrp="1"/>
          </p:cNvSpPr>
          <p:nvPr>
            <p:ph type="title" idx="9"/>
          </p:nvPr>
        </p:nvSpPr>
        <p:spPr>
          <a:xfrm>
            <a:off x="6562725" y="3341688"/>
            <a:ext cx="1703700" cy="772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000">
                <a:solidFill>
                  <a:schemeClr val="accent6"/>
                </a:solidFill>
                <a:latin typeface="Lato"/>
                <a:ea typeface="Lato"/>
                <a:cs typeface="Lato"/>
                <a:sym typeface="Lato"/>
              </a:defRPr>
            </a:lvl9pPr>
          </a:lstStyle>
          <a:p>
            <a:endParaRPr/>
          </a:p>
        </p:txBody>
      </p:sp>
      <p:sp>
        <p:nvSpPr>
          <p:cNvPr id="32" name="Google Shape;32;p31"/>
          <p:cNvSpPr txBox="1">
            <a:spLocks noGrp="1"/>
          </p:cNvSpPr>
          <p:nvPr>
            <p:ph type="title" idx="13"/>
          </p:nvPr>
        </p:nvSpPr>
        <p:spPr>
          <a:xfrm>
            <a:off x="966700" y="1417525"/>
            <a:ext cx="2072700" cy="17052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1pPr>
            <a:lvl2pPr lvl="1">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2pPr>
            <a:lvl3pPr lvl="2">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3pPr>
            <a:lvl4pPr lvl="3">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4pPr>
            <a:lvl5pPr lvl="4">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5pPr>
            <a:lvl6pPr lvl="5">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6pPr>
            <a:lvl7pPr lvl="6">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7pPr>
            <a:lvl8pPr lvl="7">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8pPr>
            <a:lvl9pPr lvl="8">
              <a:spcBef>
                <a:spcPts val="0"/>
              </a:spcBef>
              <a:spcAft>
                <a:spcPts val="0"/>
              </a:spcAft>
              <a:buClr>
                <a:schemeClr val="accent6"/>
              </a:buClr>
              <a:buSzPts val="3100"/>
              <a:buFont typeface="Lato"/>
              <a:buNone/>
              <a:defRPr sz="1200">
                <a:solidFill>
                  <a:schemeClr val="accent6"/>
                </a:solidFill>
                <a:latin typeface="Lato"/>
                <a:ea typeface="Lato"/>
                <a:cs typeface="Lato"/>
                <a:sym typeface="Lato"/>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 Alt 2">
  <p:cSld name="Title and body - Alt 2">
    <p:spTree>
      <p:nvGrpSpPr>
        <p:cNvPr id="1" name="Shape 33"/>
        <p:cNvGrpSpPr/>
        <p:nvPr/>
      </p:nvGrpSpPr>
      <p:grpSpPr>
        <a:xfrm>
          <a:off x="0" y="0"/>
          <a:ext cx="0" cy="0"/>
          <a:chOff x="0" y="0"/>
          <a:chExt cx="0" cy="0"/>
        </a:xfrm>
      </p:grpSpPr>
      <p:sp>
        <p:nvSpPr>
          <p:cNvPr id="34" name="Google Shape;34;p32"/>
          <p:cNvSpPr txBox="1">
            <a:spLocks noGrp="1"/>
          </p:cNvSpPr>
          <p:nvPr>
            <p:ph type="subTitle" idx="1"/>
          </p:nvPr>
        </p:nvSpPr>
        <p:spPr>
          <a:xfrm>
            <a:off x="5792075" y="1776150"/>
            <a:ext cx="2799600" cy="30921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1pPr>
            <a:lvl2pPr lvl="1"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2pPr>
            <a:lvl3pPr lvl="2"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3pPr>
            <a:lvl4pPr lvl="3"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4pPr>
            <a:lvl5pPr lvl="4"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5pPr>
            <a:lvl6pPr lvl="5"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6pPr>
            <a:lvl7pPr lvl="6"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7pPr>
            <a:lvl8pPr lvl="7"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8pPr>
            <a:lvl9pPr lvl="8" algn="l">
              <a:lnSpc>
                <a:spcPct val="80000"/>
              </a:lnSpc>
              <a:spcBef>
                <a:spcPts val="0"/>
              </a:spcBef>
              <a:spcAft>
                <a:spcPts val="0"/>
              </a:spcAft>
              <a:buClr>
                <a:schemeClr val="dk1"/>
              </a:buClr>
              <a:buSzPts val="1000"/>
              <a:buNone/>
              <a:defRPr sz="3700">
                <a:solidFill>
                  <a:schemeClr val="dk1"/>
                </a:solidFill>
                <a:latin typeface="Quantico"/>
                <a:ea typeface="Quantico"/>
                <a:cs typeface="Quantico"/>
                <a:sym typeface="Quantico"/>
              </a:defRPr>
            </a:lvl9pPr>
          </a:lstStyle>
          <a:p>
            <a:endParaRPr/>
          </a:p>
        </p:txBody>
      </p:sp>
      <p:sp>
        <p:nvSpPr>
          <p:cNvPr id="35" name="Google Shape;35;p32"/>
          <p:cNvSpPr>
            <a:spLocks noGrp="1"/>
          </p:cNvSpPr>
          <p:nvPr>
            <p:ph type="pic" idx="2"/>
          </p:nvPr>
        </p:nvSpPr>
        <p:spPr>
          <a:xfrm>
            <a:off x="1801500" y="1497750"/>
            <a:ext cx="1801500" cy="1822500"/>
          </a:xfrm>
          <a:prstGeom prst="snip1Rect">
            <a:avLst>
              <a:gd name="adj" fmla="val 17337"/>
            </a:avLst>
          </a:prstGeom>
          <a:noFill/>
          <a:ln>
            <a:noFill/>
          </a:ln>
        </p:spPr>
      </p:sp>
      <p:sp>
        <p:nvSpPr>
          <p:cNvPr id="36" name="Google Shape;36;p32"/>
          <p:cNvSpPr>
            <a:spLocks noGrp="1"/>
          </p:cNvSpPr>
          <p:nvPr>
            <p:ph type="pic" idx="3"/>
          </p:nvPr>
        </p:nvSpPr>
        <p:spPr>
          <a:xfrm>
            <a:off x="1801500" y="3320250"/>
            <a:ext cx="1801500" cy="1822500"/>
          </a:xfrm>
          <a:prstGeom prst="snip1Rect">
            <a:avLst>
              <a:gd name="adj" fmla="val 17337"/>
            </a:avLst>
          </a:prstGeom>
          <a:noFill/>
          <a:ln>
            <a:noFill/>
          </a:ln>
        </p:spPr>
      </p:sp>
      <p:sp>
        <p:nvSpPr>
          <p:cNvPr id="37" name="Google Shape;37;p32"/>
          <p:cNvSpPr>
            <a:spLocks noGrp="1"/>
          </p:cNvSpPr>
          <p:nvPr>
            <p:ph type="pic" idx="4"/>
          </p:nvPr>
        </p:nvSpPr>
        <p:spPr>
          <a:xfrm>
            <a:off x="0" y="1497750"/>
            <a:ext cx="1801500" cy="1822500"/>
          </a:xfrm>
          <a:prstGeom prst="snip1Rect">
            <a:avLst>
              <a:gd name="adj" fmla="val 17337"/>
            </a:avLst>
          </a:prstGeom>
          <a:noFill/>
          <a:ln>
            <a:noFill/>
          </a:ln>
        </p:spPr>
      </p:sp>
      <p:sp>
        <p:nvSpPr>
          <p:cNvPr id="38" name="Google Shape;38;p32"/>
          <p:cNvSpPr>
            <a:spLocks noGrp="1"/>
          </p:cNvSpPr>
          <p:nvPr>
            <p:ph type="pic" idx="5"/>
          </p:nvPr>
        </p:nvSpPr>
        <p:spPr>
          <a:xfrm>
            <a:off x="0" y="3320250"/>
            <a:ext cx="1801500" cy="1822500"/>
          </a:xfrm>
          <a:prstGeom prst="snip1Rect">
            <a:avLst>
              <a:gd name="adj" fmla="val 17337"/>
            </a:avLst>
          </a:prstGeom>
          <a:noFill/>
          <a:ln>
            <a:noFill/>
          </a:ln>
        </p:spPr>
      </p:sp>
      <p:sp>
        <p:nvSpPr>
          <p:cNvPr id="39" name="Google Shape;39;p32"/>
          <p:cNvSpPr>
            <a:spLocks noGrp="1"/>
          </p:cNvSpPr>
          <p:nvPr>
            <p:ph type="pic" idx="6"/>
          </p:nvPr>
        </p:nvSpPr>
        <p:spPr>
          <a:xfrm>
            <a:off x="3603000" y="1497750"/>
            <a:ext cx="1801500" cy="1822500"/>
          </a:xfrm>
          <a:prstGeom prst="snip1Rect">
            <a:avLst>
              <a:gd name="adj" fmla="val 17337"/>
            </a:avLst>
          </a:prstGeom>
          <a:noFill/>
          <a:ln>
            <a:noFill/>
          </a:ln>
        </p:spPr>
      </p:sp>
      <p:sp>
        <p:nvSpPr>
          <p:cNvPr id="40" name="Google Shape;40;p32"/>
          <p:cNvSpPr>
            <a:spLocks noGrp="1"/>
          </p:cNvSpPr>
          <p:nvPr>
            <p:ph type="pic" idx="7"/>
          </p:nvPr>
        </p:nvSpPr>
        <p:spPr>
          <a:xfrm>
            <a:off x="3603000" y="3320250"/>
            <a:ext cx="1801500" cy="1822500"/>
          </a:xfrm>
          <a:prstGeom prst="snip1Rect">
            <a:avLst>
              <a:gd name="adj" fmla="val 17337"/>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 Alt 3">
  <p:cSld name="Title and body - Alt 3">
    <p:spTree>
      <p:nvGrpSpPr>
        <p:cNvPr id="1" name="Shape 41"/>
        <p:cNvGrpSpPr/>
        <p:nvPr/>
      </p:nvGrpSpPr>
      <p:grpSpPr>
        <a:xfrm>
          <a:off x="0" y="0"/>
          <a:ext cx="0" cy="0"/>
          <a:chOff x="0" y="0"/>
          <a:chExt cx="0" cy="0"/>
        </a:xfrm>
      </p:grpSpPr>
      <p:sp>
        <p:nvSpPr>
          <p:cNvPr id="42" name="Google Shape;42;p33"/>
          <p:cNvSpPr txBox="1">
            <a:spLocks noGrp="1"/>
          </p:cNvSpPr>
          <p:nvPr>
            <p:ph type="title"/>
          </p:nvPr>
        </p:nvSpPr>
        <p:spPr>
          <a:xfrm>
            <a:off x="5821575" y="1709925"/>
            <a:ext cx="2882700" cy="6279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3600"/>
              <a:buFont typeface="Lato"/>
              <a:buNone/>
              <a:defRPr sz="2400" b="1">
                <a:latin typeface="Lato"/>
                <a:ea typeface="Lato"/>
                <a:cs typeface="Lato"/>
                <a:sym typeface="Lato"/>
              </a:defRPr>
            </a:lvl1pPr>
            <a:lvl2pPr lvl="1">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sz="1800">
                <a:latin typeface="Quantico"/>
                <a:ea typeface="Quantico"/>
                <a:cs typeface="Quantico"/>
                <a:sym typeface="Quantico"/>
              </a:defRPr>
            </a:lvl9pPr>
          </a:lstStyle>
          <a:p>
            <a:endParaRPr/>
          </a:p>
        </p:txBody>
      </p:sp>
      <p:sp>
        <p:nvSpPr>
          <p:cNvPr id="43" name="Google Shape;43;p33"/>
          <p:cNvSpPr txBox="1">
            <a:spLocks noGrp="1"/>
          </p:cNvSpPr>
          <p:nvPr>
            <p:ph type="title" idx="2"/>
          </p:nvPr>
        </p:nvSpPr>
        <p:spPr>
          <a:xfrm>
            <a:off x="516600" y="486575"/>
            <a:ext cx="3823500" cy="6780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accent6"/>
              </a:buClr>
              <a:buSzPts val="3200"/>
              <a:buFont typeface="Calibri"/>
              <a:buNone/>
              <a:defRPr sz="2400">
                <a:solidFill>
                  <a:schemeClr val="accent6"/>
                </a:solidFill>
              </a:defRPr>
            </a:lvl1pPr>
            <a:lvl2pPr lvl="1">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2pPr>
            <a:lvl3pPr lvl="2">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3pPr>
            <a:lvl4pPr lvl="3">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4pPr>
            <a:lvl5pPr lvl="4">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5pPr>
            <a:lvl6pPr lvl="5">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6pPr>
            <a:lvl7pPr lvl="6">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7pPr>
            <a:lvl8pPr lvl="7">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8pPr>
            <a:lvl9pPr lvl="8">
              <a:lnSpc>
                <a:spcPct val="80000"/>
              </a:lnSpc>
              <a:spcBef>
                <a:spcPts val="0"/>
              </a:spcBef>
              <a:spcAft>
                <a:spcPts val="0"/>
              </a:spcAft>
              <a:buClr>
                <a:schemeClr val="accent6"/>
              </a:buClr>
              <a:buSzPts val="3200"/>
              <a:buFont typeface="Quantico"/>
              <a:buNone/>
              <a:defRPr sz="2400">
                <a:solidFill>
                  <a:schemeClr val="accent6"/>
                </a:solidFill>
                <a:latin typeface="Quantico"/>
                <a:ea typeface="Quantico"/>
                <a:cs typeface="Quantico"/>
                <a:sym typeface="Quantico"/>
              </a:defRPr>
            </a:lvl9pPr>
          </a:lstStyle>
          <a:p>
            <a:endParaRPr/>
          </a:p>
        </p:txBody>
      </p:sp>
      <p:sp>
        <p:nvSpPr>
          <p:cNvPr id="44" name="Google Shape;44;p33"/>
          <p:cNvSpPr txBox="1">
            <a:spLocks noGrp="1"/>
          </p:cNvSpPr>
          <p:nvPr>
            <p:ph type="subTitle" idx="1"/>
          </p:nvPr>
        </p:nvSpPr>
        <p:spPr>
          <a:xfrm>
            <a:off x="5821575" y="2476500"/>
            <a:ext cx="2019900" cy="4557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100000"/>
              </a:lnSpc>
              <a:spcBef>
                <a:spcPts val="1000"/>
              </a:spcBef>
              <a:spcAft>
                <a:spcPts val="0"/>
              </a:spcAft>
              <a:buClr>
                <a:schemeClr val="dk1"/>
              </a:buClr>
              <a:buSzPts val="1000"/>
              <a:buFont typeface="Lato"/>
              <a:buNone/>
              <a:defRPr>
                <a:solidFill>
                  <a:schemeClr val="dk1"/>
                </a:solidFill>
              </a:defRPr>
            </a:lvl2pPr>
            <a:lvl3pPr lvl="2" algn="l">
              <a:lnSpc>
                <a:spcPct val="100000"/>
              </a:lnSpc>
              <a:spcBef>
                <a:spcPts val="1000"/>
              </a:spcBef>
              <a:spcAft>
                <a:spcPts val="0"/>
              </a:spcAft>
              <a:buClr>
                <a:schemeClr val="dk1"/>
              </a:buClr>
              <a:buSzPts val="1000"/>
              <a:buFont typeface="Lato"/>
              <a:buNone/>
              <a:defRPr>
                <a:solidFill>
                  <a:schemeClr val="dk1"/>
                </a:solidFill>
              </a:defRPr>
            </a:lvl3pPr>
            <a:lvl4pPr lvl="3" algn="l">
              <a:lnSpc>
                <a:spcPct val="100000"/>
              </a:lnSpc>
              <a:spcBef>
                <a:spcPts val="1000"/>
              </a:spcBef>
              <a:spcAft>
                <a:spcPts val="0"/>
              </a:spcAft>
              <a:buClr>
                <a:schemeClr val="dk1"/>
              </a:buClr>
              <a:buSzPts val="1000"/>
              <a:buFont typeface="Lato"/>
              <a:buNone/>
              <a:defRPr>
                <a:solidFill>
                  <a:schemeClr val="dk1"/>
                </a:solidFill>
              </a:defRPr>
            </a:lvl4pPr>
            <a:lvl5pPr lvl="4" algn="l">
              <a:lnSpc>
                <a:spcPct val="100000"/>
              </a:lnSpc>
              <a:spcBef>
                <a:spcPts val="1000"/>
              </a:spcBef>
              <a:spcAft>
                <a:spcPts val="0"/>
              </a:spcAft>
              <a:buClr>
                <a:schemeClr val="dk1"/>
              </a:buClr>
              <a:buSzPts val="1000"/>
              <a:buFont typeface="Lato"/>
              <a:buNone/>
              <a:defRPr>
                <a:solidFill>
                  <a:schemeClr val="dk1"/>
                </a:solidFill>
              </a:defRPr>
            </a:lvl5pPr>
            <a:lvl6pPr lvl="5" algn="l">
              <a:lnSpc>
                <a:spcPct val="100000"/>
              </a:lnSpc>
              <a:spcBef>
                <a:spcPts val="1000"/>
              </a:spcBef>
              <a:spcAft>
                <a:spcPts val="0"/>
              </a:spcAft>
              <a:buClr>
                <a:schemeClr val="dk1"/>
              </a:buClr>
              <a:buSzPts val="1000"/>
              <a:buFont typeface="Lato"/>
              <a:buNone/>
              <a:defRPr>
                <a:solidFill>
                  <a:schemeClr val="dk1"/>
                </a:solidFill>
              </a:defRPr>
            </a:lvl6pPr>
            <a:lvl7pPr lvl="6" algn="l">
              <a:lnSpc>
                <a:spcPct val="100000"/>
              </a:lnSpc>
              <a:spcBef>
                <a:spcPts val="1000"/>
              </a:spcBef>
              <a:spcAft>
                <a:spcPts val="0"/>
              </a:spcAft>
              <a:buClr>
                <a:schemeClr val="dk1"/>
              </a:buClr>
              <a:buSzPts val="1000"/>
              <a:buFont typeface="Lato"/>
              <a:buNone/>
              <a:defRPr>
                <a:solidFill>
                  <a:schemeClr val="dk1"/>
                </a:solidFill>
              </a:defRPr>
            </a:lvl7pPr>
            <a:lvl8pPr lvl="7" algn="l">
              <a:lnSpc>
                <a:spcPct val="100000"/>
              </a:lnSpc>
              <a:spcBef>
                <a:spcPts val="1000"/>
              </a:spcBef>
              <a:spcAft>
                <a:spcPts val="0"/>
              </a:spcAft>
              <a:buClr>
                <a:schemeClr val="dk1"/>
              </a:buClr>
              <a:buSzPts val="1000"/>
              <a:buFont typeface="Lato"/>
              <a:buNone/>
              <a:defRPr>
                <a:solidFill>
                  <a:schemeClr val="dk1"/>
                </a:solidFill>
              </a:defRPr>
            </a:lvl8pPr>
            <a:lvl9pPr lvl="8" algn="l">
              <a:lnSpc>
                <a:spcPct val="100000"/>
              </a:lnSpc>
              <a:spcBef>
                <a:spcPts val="1000"/>
              </a:spcBef>
              <a:spcAft>
                <a:spcPts val="1000"/>
              </a:spcAft>
              <a:buClr>
                <a:schemeClr val="dk1"/>
              </a:buClr>
              <a:buSzPts val="1000"/>
              <a:buFont typeface="Lato"/>
              <a:buNone/>
              <a:defRPr>
                <a:solidFill>
                  <a:schemeClr val="dk1"/>
                </a:solidFill>
              </a:defRPr>
            </a:lvl9pPr>
          </a:lstStyle>
          <a:p>
            <a:endParaRPr/>
          </a:p>
        </p:txBody>
      </p:sp>
      <p:sp>
        <p:nvSpPr>
          <p:cNvPr id="45" name="Google Shape;45;p33"/>
          <p:cNvSpPr txBox="1">
            <a:spLocks noGrp="1"/>
          </p:cNvSpPr>
          <p:nvPr>
            <p:ph type="title" idx="3"/>
          </p:nvPr>
        </p:nvSpPr>
        <p:spPr>
          <a:xfrm>
            <a:off x="5810125" y="3070875"/>
            <a:ext cx="2388600" cy="5295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1400"/>
              <a:buFont typeface="Quantico"/>
              <a:buNone/>
              <a:defRPr sz="1400"/>
            </a:lvl1pPr>
            <a:lvl2pPr lvl="1">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2pPr>
            <a:lvl3pPr lvl="2">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3pPr>
            <a:lvl4pPr lvl="3">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4pPr>
            <a:lvl5pPr lvl="4">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5pPr>
            <a:lvl6pPr lvl="5">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6pPr>
            <a:lvl7pPr lvl="6">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7pPr>
            <a:lvl8pPr lvl="7">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8pPr>
            <a:lvl9pPr lvl="8">
              <a:lnSpc>
                <a:spcPct val="80000"/>
              </a:lnSpc>
              <a:spcBef>
                <a:spcPts val="0"/>
              </a:spcBef>
              <a:spcAft>
                <a:spcPts val="0"/>
              </a:spcAft>
              <a:buClr>
                <a:schemeClr val="dk1"/>
              </a:buClr>
              <a:buSzPts val="3000"/>
              <a:buFont typeface="Quantico"/>
              <a:buNone/>
              <a:defRPr>
                <a:latin typeface="Quantico"/>
                <a:ea typeface="Quantico"/>
                <a:cs typeface="Quantico"/>
                <a:sym typeface="Quantico"/>
              </a:defRPr>
            </a:lvl9pPr>
          </a:lstStyle>
          <a:p>
            <a:endParaRPr/>
          </a:p>
        </p:txBody>
      </p:sp>
      <p:sp>
        <p:nvSpPr>
          <p:cNvPr id="46" name="Google Shape;46;p33"/>
          <p:cNvSpPr txBox="1">
            <a:spLocks noGrp="1"/>
          </p:cNvSpPr>
          <p:nvPr>
            <p:ph type="subTitle" idx="4"/>
          </p:nvPr>
        </p:nvSpPr>
        <p:spPr>
          <a:xfrm>
            <a:off x="5821575" y="3426050"/>
            <a:ext cx="2650500" cy="898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
        <p:nvSpPr>
          <p:cNvPr id="47" name="Google Shape;47;p33"/>
          <p:cNvSpPr>
            <a:spLocks noGrp="1"/>
          </p:cNvSpPr>
          <p:nvPr>
            <p:ph type="pic" idx="5"/>
          </p:nvPr>
        </p:nvSpPr>
        <p:spPr>
          <a:xfrm>
            <a:off x="0" y="1502400"/>
            <a:ext cx="5404500" cy="3639600"/>
          </a:xfrm>
          <a:prstGeom prst="snip1Rect">
            <a:avLst>
              <a:gd name="adj" fmla="val 16026"/>
            </a:avLst>
          </a:prstGeom>
          <a:noFill/>
          <a:ln>
            <a:noFill/>
          </a:ln>
        </p:spPr>
      </p:sp>
      <p:sp>
        <p:nvSpPr>
          <p:cNvPr id="48" name="Google Shape;48;p33"/>
          <p:cNvSpPr txBox="1">
            <a:spLocks noGrp="1"/>
          </p:cNvSpPr>
          <p:nvPr>
            <p:ph type="subTitle" idx="6"/>
          </p:nvPr>
        </p:nvSpPr>
        <p:spPr>
          <a:xfrm>
            <a:off x="5794900" y="4333425"/>
            <a:ext cx="2718300" cy="354000"/>
          </a:xfrm>
          <a:prstGeom prst="rect">
            <a:avLst/>
          </a:prstGeom>
          <a:noFill/>
          <a:ln>
            <a:noFill/>
          </a:ln>
        </p:spPr>
        <p:txBody>
          <a:bodyPr spcFirstLastPara="1" wrap="square" lIns="0" tIns="0" rIns="91425" bIns="0" anchor="t" anchorCtr="0">
            <a:noAutofit/>
          </a:bodyPr>
          <a:lstStyle>
            <a:lvl1pPr lvl="0" algn="l">
              <a:lnSpc>
                <a:spcPct val="80000"/>
              </a:lnSpc>
              <a:spcBef>
                <a:spcPts val="0"/>
              </a:spcBef>
              <a:spcAft>
                <a:spcPts val="0"/>
              </a:spcAft>
              <a:buClr>
                <a:schemeClr val="dk1"/>
              </a:buClr>
              <a:buSzPts val="1400"/>
              <a:buFont typeface="Quantico"/>
              <a:buNone/>
              <a:defRPr sz="1400">
                <a:solidFill>
                  <a:schemeClr val="dk1"/>
                </a:solidFill>
                <a:latin typeface="Quantico"/>
                <a:ea typeface="Quantico"/>
                <a:cs typeface="Quantico"/>
                <a:sym typeface="Quantico"/>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
        <p:nvSpPr>
          <p:cNvPr id="49" name="Google Shape;49;p33"/>
          <p:cNvSpPr txBox="1">
            <a:spLocks noGrp="1"/>
          </p:cNvSpPr>
          <p:nvPr>
            <p:ph type="subTitle" idx="7"/>
          </p:nvPr>
        </p:nvSpPr>
        <p:spPr>
          <a:xfrm>
            <a:off x="5821575" y="4501450"/>
            <a:ext cx="2650500" cy="8982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Font typeface="Lato"/>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Go-to-market ideas - ALT 4">
  <p:cSld name="Go-to-market ideas - ALT 4">
    <p:spTree>
      <p:nvGrpSpPr>
        <p:cNvPr id="1" name="Shape 50"/>
        <p:cNvGrpSpPr/>
        <p:nvPr/>
      </p:nvGrpSpPr>
      <p:grpSpPr>
        <a:xfrm>
          <a:off x="0" y="0"/>
          <a:ext cx="0" cy="0"/>
          <a:chOff x="0" y="0"/>
          <a:chExt cx="0" cy="0"/>
        </a:xfrm>
      </p:grpSpPr>
      <p:sp>
        <p:nvSpPr>
          <p:cNvPr id="51" name="Google Shape;51;p34"/>
          <p:cNvSpPr txBox="1">
            <a:spLocks noGrp="1"/>
          </p:cNvSpPr>
          <p:nvPr>
            <p:ph type="title"/>
          </p:nvPr>
        </p:nvSpPr>
        <p:spPr>
          <a:xfrm>
            <a:off x="439550" y="765750"/>
            <a:ext cx="5045700" cy="10398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000"/>
              <a:buFont typeface="Calibri"/>
              <a:buNone/>
              <a:defRPr sz="2400">
                <a:solidFill>
                  <a:schemeClr val="accent6"/>
                </a:solidFill>
              </a:defRPr>
            </a:lvl1pPr>
            <a:lvl2pPr lvl="1">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a:endParaRPr/>
          </a:p>
        </p:txBody>
      </p:sp>
      <p:sp>
        <p:nvSpPr>
          <p:cNvPr id="52" name="Google Shape;52;p34"/>
          <p:cNvSpPr txBox="1">
            <a:spLocks noGrp="1"/>
          </p:cNvSpPr>
          <p:nvPr>
            <p:ph type="subTitle" idx="1"/>
          </p:nvPr>
        </p:nvSpPr>
        <p:spPr>
          <a:xfrm>
            <a:off x="446900" y="397650"/>
            <a:ext cx="5344500" cy="5745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6"/>
              </a:buClr>
              <a:buSzPts val="1700"/>
              <a:buFont typeface="Lato"/>
              <a:buNone/>
              <a:defRPr sz="1600">
                <a:solidFill>
                  <a:schemeClr val="accent6"/>
                </a:solidFill>
              </a:defRPr>
            </a:lvl1pPr>
            <a:lvl2pPr lvl="1" algn="l">
              <a:lnSpc>
                <a:spcPct val="90000"/>
              </a:lnSpc>
              <a:spcBef>
                <a:spcPts val="1000"/>
              </a:spcBef>
              <a:spcAft>
                <a:spcPts val="0"/>
              </a:spcAft>
              <a:buClr>
                <a:schemeClr val="accent6"/>
              </a:buClr>
              <a:buSzPts val="1700"/>
              <a:buFont typeface="Lato"/>
              <a:buNone/>
              <a:defRPr sz="1600">
                <a:solidFill>
                  <a:schemeClr val="accent6"/>
                </a:solidFill>
              </a:defRPr>
            </a:lvl2pPr>
            <a:lvl3pPr lvl="2" algn="l">
              <a:lnSpc>
                <a:spcPct val="90000"/>
              </a:lnSpc>
              <a:spcBef>
                <a:spcPts val="1000"/>
              </a:spcBef>
              <a:spcAft>
                <a:spcPts val="0"/>
              </a:spcAft>
              <a:buClr>
                <a:schemeClr val="accent6"/>
              </a:buClr>
              <a:buSzPts val="1700"/>
              <a:buFont typeface="Lato"/>
              <a:buNone/>
              <a:defRPr sz="1600">
                <a:solidFill>
                  <a:schemeClr val="accent6"/>
                </a:solidFill>
              </a:defRPr>
            </a:lvl3pPr>
            <a:lvl4pPr lvl="3" algn="l">
              <a:lnSpc>
                <a:spcPct val="90000"/>
              </a:lnSpc>
              <a:spcBef>
                <a:spcPts val="1000"/>
              </a:spcBef>
              <a:spcAft>
                <a:spcPts val="0"/>
              </a:spcAft>
              <a:buClr>
                <a:schemeClr val="accent6"/>
              </a:buClr>
              <a:buSzPts val="1700"/>
              <a:buFont typeface="Lato"/>
              <a:buNone/>
              <a:defRPr sz="1600">
                <a:solidFill>
                  <a:schemeClr val="accent6"/>
                </a:solidFill>
              </a:defRPr>
            </a:lvl4pPr>
            <a:lvl5pPr lvl="4" algn="l">
              <a:lnSpc>
                <a:spcPct val="90000"/>
              </a:lnSpc>
              <a:spcBef>
                <a:spcPts val="1000"/>
              </a:spcBef>
              <a:spcAft>
                <a:spcPts val="0"/>
              </a:spcAft>
              <a:buClr>
                <a:schemeClr val="accent6"/>
              </a:buClr>
              <a:buSzPts val="1700"/>
              <a:buFont typeface="Lato"/>
              <a:buNone/>
              <a:defRPr sz="1600">
                <a:solidFill>
                  <a:schemeClr val="accent6"/>
                </a:solidFill>
              </a:defRPr>
            </a:lvl5pPr>
            <a:lvl6pPr lvl="5" algn="l">
              <a:lnSpc>
                <a:spcPct val="90000"/>
              </a:lnSpc>
              <a:spcBef>
                <a:spcPts val="1000"/>
              </a:spcBef>
              <a:spcAft>
                <a:spcPts val="0"/>
              </a:spcAft>
              <a:buClr>
                <a:schemeClr val="accent6"/>
              </a:buClr>
              <a:buSzPts val="1700"/>
              <a:buFont typeface="Lato"/>
              <a:buNone/>
              <a:defRPr sz="1600">
                <a:solidFill>
                  <a:schemeClr val="accent6"/>
                </a:solidFill>
              </a:defRPr>
            </a:lvl6pPr>
            <a:lvl7pPr lvl="6" algn="l">
              <a:lnSpc>
                <a:spcPct val="90000"/>
              </a:lnSpc>
              <a:spcBef>
                <a:spcPts val="1000"/>
              </a:spcBef>
              <a:spcAft>
                <a:spcPts val="0"/>
              </a:spcAft>
              <a:buClr>
                <a:schemeClr val="accent6"/>
              </a:buClr>
              <a:buSzPts val="1700"/>
              <a:buFont typeface="Lato"/>
              <a:buNone/>
              <a:defRPr sz="1600">
                <a:solidFill>
                  <a:schemeClr val="accent6"/>
                </a:solidFill>
              </a:defRPr>
            </a:lvl7pPr>
            <a:lvl8pPr lvl="7" algn="l">
              <a:lnSpc>
                <a:spcPct val="90000"/>
              </a:lnSpc>
              <a:spcBef>
                <a:spcPts val="1000"/>
              </a:spcBef>
              <a:spcAft>
                <a:spcPts val="0"/>
              </a:spcAft>
              <a:buClr>
                <a:schemeClr val="accent6"/>
              </a:buClr>
              <a:buSzPts val="1700"/>
              <a:buFont typeface="Lato"/>
              <a:buNone/>
              <a:defRPr sz="1600">
                <a:solidFill>
                  <a:schemeClr val="accent6"/>
                </a:solidFill>
              </a:defRPr>
            </a:lvl8pPr>
            <a:lvl9pPr lvl="8" algn="l">
              <a:lnSpc>
                <a:spcPct val="90000"/>
              </a:lnSpc>
              <a:spcBef>
                <a:spcPts val="1000"/>
              </a:spcBef>
              <a:spcAft>
                <a:spcPts val="1000"/>
              </a:spcAft>
              <a:buClr>
                <a:schemeClr val="accent6"/>
              </a:buClr>
              <a:buSzPts val="1700"/>
              <a:buFont typeface="Lato"/>
              <a:buNone/>
              <a:defRPr sz="1600">
                <a:solidFill>
                  <a:schemeClr val="accent6"/>
                </a:solidFill>
              </a:defRPr>
            </a:lvl9pPr>
          </a:lstStyle>
          <a:p>
            <a:endParaRPr/>
          </a:p>
        </p:txBody>
      </p:sp>
      <p:sp>
        <p:nvSpPr>
          <p:cNvPr id="53" name="Google Shape;53;p34"/>
          <p:cNvSpPr txBox="1">
            <a:spLocks noGrp="1"/>
          </p:cNvSpPr>
          <p:nvPr>
            <p:ph type="title" idx="2"/>
          </p:nvPr>
        </p:nvSpPr>
        <p:spPr>
          <a:xfrm>
            <a:off x="602600"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54" name="Google Shape;54;p34"/>
          <p:cNvSpPr txBox="1">
            <a:spLocks noGrp="1"/>
          </p:cNvSpPr>
          <p:nvPr>
            <p:ph type="body" idx="3"/>
          </p:nvPr>
        </p:nvSpPr>
        <p:spPr>
          <a:xfrm>
            <a:off x="602600"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55" name="Google Shape;55;p34"/>
          <p:cNvSpPr txBox="1">
            <a:spLocks noGrp="1"/>
          </p:cNvSpPr>
          <p:nvPr>
            <p:ph type="title" idx="4"/>
          </p:nvPr>
        </p:nvSpPr>
        <p:spPr>
          <a:xfrm>
            <a:off x="2253138"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56" name="Google Shape;56;p34"/>
          <p:cNvSpPr txBox="1">
            <a:spLocks noGrp="1"/>
          </p:cNvSpPr>
          <p:nvPr>
            <p:ph type="body" idx="5"/>
          </p:nvPr>
        </p:nvSpPr>
        <p:spPr>
          <a:xfrm>
            <a:off x="2253138"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57" name="Google Shape;57;p34"/>
          <p:cNvSpPr txBox="1">
            <a:spLocks noGrp="1"/>
          </p:cNvSpPr>
          <p:nvPr>
            <p:ph type="title" idx="6"/>
          </p:nvPr>
        </p:nvSpPr>
        <p:spPr>
          <a:xfrm>
            <a:off x="3903575"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58" name="Google Shape;58;p34"/>
          <p:cNvSpPr txBox="1">
            <a:spLocks noGrp="1"/>
          </p:cNvSpPr>
          <p:nvPr>
            <p:ph type="body" idx="7"/>
          </p:nvPr>
        </p:nvSpPr>
        <p:spPr>
          <a:xfrm>
            <a:off x="3903575"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59" name="Google Shape;59;p34"/>
          <p:cNvSpPr txBox="1">
            <a:spLocks noGrp="1"/>
          </p:cNvSpPr>
          <p:nvPr>
            <p:ph type="title" idx="8"/>
          </p:nvPr>
        </p:nvSpPr>
        <p:spPr>
          <a:xfrm>
            <a:off x="5554050"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60" name="Google Shape;60;p34"/>
          <p:cNvSpPr txBox="1">
            <a:spLocks noGrp="1"/>
          </p:cNvSpPr>
          <p:nvPr>
            <p:ph type="body" idx="9"/>
          </p:nvPr>
        </p:nvSpPr>
        <p:spPr>
          <a:xfrm>
            <a:off x="5554050"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
        <p:nvSpPr>
          <p:cNvPr id="61" name="Google Shape;61;p34"/>
          <p:cNvSpPr txBox="1">
            <a:spLocks noGrp="1"/>
          </p:cNvSpPr>
          <p:nvPr>
            <p:ph type="title" idx="13"/>
          </p:nvPr>
        </p:nvSpPr>
        <p:spPr>
          <a:xfrm>
            <a:off x="7204500" y="2574475"/>
            <a:ext cx="1336800" cy="410100"/>
          </a:xfrm>
          <a:prstGeom prst="rect">
            <a:avLst/>
          </a:prstGeom>
          <a:noFill/>
          <a:ln>
            <a:noFill/>
          </a:ln>
        </p:spPr>
        <p:txBody>
          <a:bodyPr spcFirstLastPara="1" wrap="square" lIns="0" tIns="91425" rIns="91425" bIns="91425" anchor="ctr" anchorCtr="0">
            <a:noAutofit/>
          </a:bodyPr>
          <a:lstStyle>
            <a:lvl1pPr lvl="0" algn="l">
              <a:lnSpc>
                <a:spcPct val="90000"/>
              </a:lnSpc>
              <a:spcBef>
                <a:spcPts val="0"/>
              </a:spcBef>
              <a:spcAft>
                <a:spcPts val="0"/>
              </a:spcAft>
              <a:buClr>
                <a:schemeClr val="accent6"/>
              </a:buClr>
              <a:buSzPts val="1000"/>
              <a:buFont typeface="Calibri"/>
              <a:buNone/>
              <a:defRPr sz="1000">
                <a:solidFill>
                  <a:schemeClr val="accent6"/>
                </a:solidFill>
              </a:defRPr>
            </a:lvl1pPr>
            <a:lvl2pPr lvl="1">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2pPr>
            <a:lvl3pPr lvl="2">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3pPr>
            <a:lvl4pPr lvl="3">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4pPr>
            <a:lvl5pPr lvl="4">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5pPr>
            <a:lvl6pPr lvl="5">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6pPr>
            <a:lvl7pPr lvl="6">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7pPr>
            <a:lvl8pPr lvl="7">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8pPr>
            <a:lvl9pPr lvl="8">
              <a:spcBef>
                <a:spcPts val="0"/>
              </a:spcBef>
              <a:spcAft>
                <a:spcPts val="0"/>
              </a:spcAft>
              <a:buClr>
                <a:schemeClr val="accent6"/>
              </a:buClr>
              <a:buSzPts val="1000"/>
              <a:buFont typeface="Quantico"/>
              <a:buNone/>
              <a:defRPr sz="1000">
                <a:solidFill>
                  <a:schemeClr val="accent6"/>
                </a:solidFill>
                <a:latin typeface="Quantico"/>
                <a:ea typeface="Quantico"/>
                <a:cs typeface="Quantico"/>
                <a:sym typeface="Quantico"/>
              </a:defRPr>
            </a:lvl9pPr>
          </a:lstStyle>
          <a:p>
            <a:endParaRPr/>
          </a:p>
        </p:txBody>
      </p:sp>
      <p:sp>
        <p:nvSpPr>
          <p:cNvPr id="62" name="Google Shape;62;p34"/>
          <p:cNvSpPr txBox="1">
            <a:spLocks noGrp="1"/>
          </p:cNvSpPr>
          <p:nvPr>
            <p:ph type="body" idx="14"/>
          </p:nvPr>
        </p:nvSpPr>
        <p:spPr>
          <a:xfrm>
            <a:off x="7204500" y="3034200"/>
            <a:ext cx="1336800" cy="1416000"/>
          </a:xfrm>
          <a:prstGeom prst="rect">
            <a:avLst/>
          </a:prstGeom>
          <a:noFill/>
          <a:ln>
            <a:noFill/>
          </a:ln>
        </p:spPr>
        <p:txBody>
          <a:bodyPr spcFirstLastPara="1" wrap="square" lIns="0" tIns="0" rIns="91425" bIns="91425" anchor="t" anchorCtr="0">
            <a:noAutofit/>
          </a:bodyPr>
          <a:lstStyle>
            <a:lvl1pPr marL="457200" lvl="0" indent="-292100" algn="l">
              <a:lnSpc>
                <a:spcPct val="100000"/>
              </a:lnSpc>
              <a:spcBef>
                <a:spcPts val="0"/>
              </a:spcBef>
              <a:spcAft>
                <a:spcPts val="0"/>
              </a:spcAft>
              <a:buClr>
                <a:schemeClr val="accent6"/>
              </a:buClr>
              <a:buSzPts val="1000"/>
              <a:buChar char="●"/>
              <a:defRPr>
                <a:solidFill>
                  <a:schemeClr val="accent6"/>
                </a:solidFill>
              </a:defRPr>
            </a:lvl1pPr>
            <a:lvl2pPr marL="914400" lvl="1" indent="-292100" algn="l">
              <a:lnSpc>
                <a:spcPct val="100000"/>
              </a:lnSpc>
              <a:spcBef>
                <a:spcPts val="1000"/>
              </a:spcBef>
              <a:spcAft>
                <a:spcPts val="0"/>
              </a:spcAft>
              <a:buClr>
                <a:schemeClr val="accent6"/>
              </a:buClr>
              <a:buSzPts val="1000"/>
              <a:buChar char="○"/>
              <a:defRPr>
                <a:solidFill>
                  <a:schemeClr val="accent6"/>
                </a:solidFill>
              </a:defRPr>
            </a:lvl2pPr>
            <a:lvl3pPr marL="1371600" lvl="2" indent="-292100" algn="l">
              <a:lnSpc>
                <a:spcPct val="100000"/>
              </a:lnSpc>
              <a:spcBef>
                <a:spcPts val="1000"/>
              </a:spcBef>
              <a:spcAft>
                <a:spcPts val="0"/>
              </a:spcAft>
              <a:buClr>
                <a:schemeClr val="accent6"/>
              </a:buClr>
              <a:buSzPts val="1000"/>
              <a:buChar char="■"/>
              <a:defRPr>
                <a:solidFill>
                  <a:schemeClr val="accent6"/>
                </a:solidFill>
              </a:defRPr>
            </a:lvl3pPr>
            <a:lvl4pPr marL="1828800" lvl="3" indent="-292100" algn="l">
              <a:lnSpc>
                <a:spcPct val="100000"/>
              </a:lnSpc>
              <a:spcBef>
                <a:spcPts val="1000"/>
              </a:spcBef>
              <a:spcAft>
                <a:spcPts val="0"/>
              </a:spcAft>
              <a:buClr>
                <a:schemeClr val="accent6"/>
              </a:buClr>
              <a:buSzPts val="1000"/>
              <a:buChar char="●"/>
              <a:defRPr>
                <a:solidFill>
                  <a:schemeClr val="accent6"/>
                </a:solidFill>
              </a:defRPr>
            </a:lvl4pPr>
            <a:lvl5pPr marL="2286000" lvl="4" indent="-292100" algn="l">
              <a:lnSpc>
                <a:spcPct val="100000"/>
              </a:lnSpc>
              <a:spcBef>
                <a:spcPts val="1000"/>
              </a:spcBef>
              <a:spcAft>
                <a:spcPts val="0"/>
              </a:spcAft>
              <a:buClr>
                <a:schemeClr val="accent6"/>
              </a:buClr>
              <a:buSzPts val="1000"/>
              <a:buChar char="○"/>
              <a:defRPr>
                <a:solidFill>
                  <a:schemeClr val="accent6"/>
                </a:solidFill>
              </a:defRPr>
            </a:lvl5pPr>
            <a:lvl6pPr marL="2743200" lvl="5" indent="-292100" algn="l">
              <a:lnSpc>
                <a:spcPct val="100000"/>
              </a:lnSpc>
              <a:spcBef>
                <a:spcPts val="1000"/>
              </a:spcBef>
              <a:spcAft>
                <a:spcPts val="0"/>
              </a:spcAft>
              <a:buClr>
                <a:schemeClr val="accent6"/>
              </a:buClr>
              <a:buSzPts val="1000"/>
              <a:buChar char="■"/>
              <a:defRPr>
                <a:solidFill>
                  <a:schemeClr val="accent6"/>
                </a:solidFill>
              </a:defRPr>
            </a:lvl6pPr>
            <a:lvl7pPr marL="3200400" lvl="6" indent="-292100" algn="l">
              <a:lnSpc>
                <a:spcPct val="100000"/>
              </a:lnSpc>
              <a:spcBef>
                <a:spcPts val="1000"/>
              </a:spcBef>
              <a:spcAft>
                <a:spcPts val="0"/>
              </a:spcAft>
              <a:buClr>
                <a:schemeClr val="accent6"/>
              </a:buClr>
              <a:buSzPts val="1000"/>
              <a:buChar char="●"/>
              <a:defRPr>
                <a:solidFill>
                  <a:schemeClr val="accent6"/>
                </a:solidFill>
              </a:defRPr>
            </a:lvl7pPr>
            <a:lvl8pPr marL="3657600" lvl="7" indent="-292100" algn="l">
              <a:lnSpc>
                <a:spcPct val="100000"/>
              </a:lnSpc>
              <a:spcBef>
                <a:spcPts val="1000"/>
              </a:spcBef>
              <a:spcAft>
                <a:spcPts val="0"/>
              </a:spcAft>
              <a:buClr>
                <a:schemeClr val="accent6"/>
              </a:buClr>
              <a:buSzPts val="1000"/>
              <a:buChar char="○"/>
              <a:defRPr>
                <a:solidFill>
                  <a:schemeClr val="accent6"/>
                </a:solidFill>
              </a:defRPr>
            </a:lvl8pPr>
            <a:lvl9pPr marL="4114800" lvl="8" indent="-292100" algn="l">
              <a:lnSpc>
                <a:spcPct val="100000"/>
              </a:lnSpc>
              <a:spcBef>
                <a:spcPts val="1000"/>
              </a:spcBef>
              <a:spcAft>
                <a:spcPts val="1000"/>
              </a:spcAft>
              <a:buClr>
                <a:schemeClr val="accent6"/>
              </a:buClr>
              <a:buSzPts val="1000"/>
              <a:buChar char="■"/>
              <a:defRPr>
                <a:solidFill>
                  <a:schemeClr val="accent6"/>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Go-to-market ideas - ALT 3">
  <p:cSld name="Go-to-market ideas - ALT 3">
    <p:spTree>
      <p:nvGrpSpPr>
        <p:cNvPr id="1" name="Shape 63"/>
        <p:cNvGrpSpPr/>
        <p:nvPr/>
      </p:nvGrpSpPr>
      <p:grpSpPr>
        <a:xfrm>
          <a:off x="0" y="0"/>
          <a:ext cx="0" cy="0"/>
          <a:chOff x="0" y="0"/>
          <a:chExt cx="0" cy="0"/>
        </a:xfrm>
      </p:grpSpPr>
      <p:sp>
        <p:nvSpPr>
          <p:cNvPr id="64" name="Google Shape;64;p35"/>
          <p:cNvSpPr txBox="1">
            <a:spLocks noGrp="1"/>
          </p:cNvSpPr>
          <p:nvPr>
            <p:ph type="title"/>
          </p:nvPr>
        </p:nvSpPr>
        <p:spPr>
          <a:xfrm>
            <a:off x="439550" y="765750"/>
            <a:ext cx="5045700" cy="1039800"/>
          </a:xfrm>
          <a:prstGeom prst="rect">
            <a:avLst/>
          </a:prstGeom>
          <a:noFill/>
          <a:ln>
            <a:noFill/>
          </a:ln>
        </p:spPr>
        <p:txBody>
          <a:bodyPr spcFirstLastPara="1" wrap="square" lIns="0" tIns="0" rIns="91425" bIns="0" anchor="t" anchorCtr="0">
            <a:noAutofit/>
          </a:bodyPr>
          <a:lstStyle>
            <a:lvl1pPr lvl="0" algn="l">
              <a:lnSpc>
                <a:spcPct val="90000"/>
              </a:lnSpc>
              <a:spcBef>
                <a:spcPts val="0"/>
              </a:spcBef>
              <a:spcAft>
                <a:spcPts val="0"/>
              </a:spcAft>
              <a:buClr>
                <a:schemeClr val="accent6"/>
              </a:buClr>
              <a:buSzPts val="3000"/>
              <a:buFont typeface="Calibri"/>
              <a:buNone/>
              <a:defRPr sz="2400">
                <a:solidFill>
                  <a:schemeClr val="accent6"/>
                </a:solidFill>
              </a:defRPr>
            </a:lvl1pPr>
            <a:lvl2pPr lvl="1">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2pPr>
            <a:lvl3pPr lvl="2">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3pPr>
            <a:lvl4pPr lvl="3">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4pPr>
            <a:lvl5pPr lvl="4">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5pPr>
            <a:lvl6pPr lvl="5">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6pPr>
            <a:lvl7pPr lvl="6">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7pPr>
            <a:lvl8pPr lvl="7">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8pPr>
            <a:lvl9pPr lvl="8">
              <a:spcBef>
                <a:spcPts val="0"/>
              </a:spcBef>
              <a:spcAft>
                <a:spcPts val="0"/>
              </a:spcAft>
              <a:buClr>
                <a:schemeClr val="accent6"/>
              </a:buClr>
              <a:buSzPts val="3000"/>
              <a:buFont typeface="Quantico"/>
              <a:buNone/>
              <a:defRPr sz="2400">
                <a:solidFill>
                  <a:schemeClr val="accent6"/>
                </a:solidFill>
                <a:latin typeface="Quantico"/>
                <a:ea typeface="Quantico"/>
                <a:cs typeface="Quantico"/>
                <a:sym typeface="Quantico"/>
              </a:defRPr>
            </a:lvl9pPr>
          </a:lstStyle>
          <a:p>
            <a:endParaRPr/>
          </a:p>
        </p:txBody>
      </p:sp>
      <p:sp>
        <p:nvSpPr>
          <p:cNvPr id="65" name="Google Shape;65;p35"/>
          <p:cNvSpPr txBox="1">
            <a:spLocks noGrp="1"/>
          </p:cNvSpPr>
          <p:nvPr>
            <p:ph type="subTitle" idx="1"/>
          </p:nvPr>
        </p:nvSpPr>
        <p:spPr>
          <a:xfrm>
            <a:off x="446900" y="397650"/>
            <a:ext cx="5344500" cy="5745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accent6"/>
              </a:buClr>
              <a:buSzPts val="1700"/>
              <a:buFont typeface="Lato"/>
              <a:buNone/>
              <a:defRPr sz="1600">
                <a:solidFill>
                  <a:schemeClr val="accent6"/>
                </a:solidFill>
              </a:defRPr>
            </a:lvl1pPr>
            <a:lvl2pPr lvl="1" algn="l">
              <a:lnSpc>
                <a:spcPct val="90000"/>
              </a:lnSpc>
              <a:spcBef>
                <a:spcPts val="1000"/>
              </a:spcBef>
              <a:spcAft>
                <a:spcPts val="0"/>
              </a:spcAft>
              <a:buClr>
                <a:schemeClr val="accent6"/>
              </a:buClr>
              <a:buSzPts val="1700"/>
              <a:buFont typeface="Lato"/>
              <a:buNone/>
              <a:defRPr sz="1600">
                <a:solidFill>
                  <a:schemeClr val="accent6"/>
                </a:solidFill>
              </a:defRPr>
            </a:lvl2pPr>
            <a:lvl3pPr lvl="2" algn="l">
              <a:lnSpc>
                <a:spcPct val="90000"/>
              </a:lnSpc>
              <a:spcBef>
                <a:spcPts val="1000"/>
              </a:spcBef>
              <a:spcAft>
                <a:spcPts val="0"/>
              </a:spcAft>
              <a:buClr>
                <a:schemeClr val="accent6"/>
              </a:buClr>
              <a:buSzPts val="1700"/>
              <a:buFont typeface="Lato"/>
              <a:buNone/>
              <a:defRPr sz="1600">
                <a:solidFill>
                  <a:schemeClr val="accent6"/>
                </a:solidFill>
              </a:defRPr>
            </a:lvl3pPr>
            <a:lvl4pPr lvl="3" algn="l">
              <a:lnSpc>
                <a:spcPct val="90000"/>
              </a:lnSpc>
              <a:spcBef>
                <a:spcPts val="1000"/>
              </a:spcBef>
              <a:spcAft>
                <a:spcPts val="0"/>
              </a:spcAft>
              <a:buClr>
                <a:schemeClr val="accent6"/>
              </a:buClr>
              <a:buSzPts val="1700"/>
              <a:buFont typeface="Lato"/>
              <a:buNone/>
              <a:defRPr sz="1600">
                <a:solidFill>
                  <a:schemeClr val="accent6"/>
                </a:solidFill>
              </a:defRPr>
            </a:lvl4pPr>
            <a:lvl5pPr lvl="4" algn="l">
              <a:lnSpc>
                <a:spcPct val="90000"/>
              </a:lnSpc>
              <a:spcBef>
                <a:spcPts val="1000"/>
              </a:spcBef>
              <a:spcAft>
                <a:spcPts val="0"/>
              </a:spcAft>
              <a:buClr>
                <a:schemeClr val="accent6"/>
              </a:buClr>
              <a:buSzPts val="1700"/>
              <a:buFont typeface="Lato"/>
              <a:buNone/>
              <a:defRPr sz="1600">
                <a:solidFill>
                  <a:schemeClr val="accent6"/>
                </a:solidFill>
              </a:defRPr>
            </a:lvl5pPr>
            <a:lvl6pPr lvl="5" algn="l">
              <a:lnSpc>
                <a:spcPct val="90000"/>
              </a:lnSpc>
              <a:spcBef>
                <a:spcPts val="1000"/>
              </a:spcBef>
              <a:spcAft>
                <a:spcPts val="0"/>
              </a:spcAft>
              <a:buClr>
                <a:schemeClr val="accent6"/>
              </a:buClr>
              <a:buSzPts val="1700"/>
              <a:buFont typeface="Lato"/>
              <a:buNone/>
              <a:defRPr sz="1600">
                <a:solidFill>
                  <a:schemeClr val="accent6"/>
                </a:solidFill>
              </a:defRPr>
            </a:lvl6pPr>
            <a:lvl7pPr lvl="6" algn="l">
              <a:lnSpc>
                <a:spcPct val="90000"/>
              </a:lnSpc>
              <a:spcBef>
                <a:spcPts val="1000"/>
              </a:spcBef>
              <a:spcAft>
                <a:spcPts val="0"/>
              </a:spcAft>
              <a:buClr>
                <a:schemeClr val="accent6"/>
              </a:buClr>
              <a:buSzPts val="1700"/>
              <a:buFont typeface="Lato"/>
              <a:buNone/>
              <a:defRPr sz="1600">
                <a:solidFill>
                  <a:schemeClr val="accent6"/>
                </a:solidFill>
              </a:defRPr>
            </a:lvl7pPr>
            <a:lvl8pPr lvl="7" algn="l">
              <a:lnSpc>
                <a:spcPct val="90000"/>
              </a:lnSpc>
              <a:spcBef>
                <a:spcPts val="1000"/>
              </a:spcBef>
              <a:spcAft>
                <a:spcPts val="0"/>
              </a:spcAft>
              <a:buClr>
                <a:schemeClr val="accent6"/>
              </a:buClr>
              <a:buSzPts val="1700"/>
              <a:buFont typeface="Lato"/>
              <a:buNone/>
              <a:defRPr sz="1600">
                <a:solidFill>
                  <a:schemeClr val="accent6"/>
                </a:solidFill>
              </a:defRPr>
            </a:lvl8pPr>
            <a:lvl9pPr lvl="8" algn="l">
              <a:lnSpc>
                <a:spcPct val="90000"/>
              </a:lnSpc>
              <a:spcBef>
                <a:spcPts val="1000"/>
              </a:spcBef>
              <a:spcAft>
                <a:spcPts val="1000"/>
              </a:spcAft>
              <a:buClr>
                <a:schemeClr val="accent6"/>
              </a:buClr>
              <a:buSzPts val="1700"/>
              <a:buFont typeface="Lato"/>
              <a:buNone/>
              <a:defRPr sz="1600">
                <a:solidFill>
                  <a:schemeClr val="accent6"/>
                </a:solidFill>
              </a:defRPr>
            </a:lvl9pPr>
          </a:lstStyle>
          <a:p>
            <a:endParaRPr/>
          </a:p>
        </p:txBody>
      </p:sp>
      <p:sp>
        <p:nvSpPr>
          <p:cNvPr id="66" name="Google Shape;66;p35"/>
          <p:cNvSpPr txBox="1">
            <a:spLocks noGrp="1"/>
          </p:cNvSpPr>
          <p:nvPr>
            <p:ph type="title" idx="2"/>
          </p:nvPr>
        </p:nvSpPr>
        <p:spPr>
          <a:xfrm>
            <a:off x="423025" y="2331750"/>
            <a:ext cx="16002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67" name="Google Shape;67;p35"/>
          <p:cNvSpPr txBox="1">
            <a:spLocks noGrp="1"/>
          </p:cNvSpPr>
          <p:nvPr>
            <p:ph type="body" idx="3"/>
          </p:nvPr>
        </p:nvSpPr>
        <p:spPr>
          <a:xfrm>
            <a:off x="423025" y="2733050"/>
            <a:ext cx="16002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
        <p:nvSpPr>
          <p:cNvPr id="68" name="Google Shape;68;p35"/>
          <p:cNvSpPr txBox="1">
            <a:spLocks noGrp="1"/>
          </p:cNvSpPr>
          <p:nvPr>
            <p:ph type="title" idx="4"/>
          </p:nvPr>
        </p:nvSpPr>
        <p:spPr>
          <a:xfrm>
            <a:off x="2568575" y="2331750"/>
            <a:ext cx="17223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69" name="Google Shape;69;p35"/>
          <p:cNvSpPr txBox="1">
            <a:spLocks noGrp="1"/>
          </p:cNvSpPr>
          <p:nvPr>
            <p:ph type="body" idx="5"/>
          </p:nvPr>
        </p:nvSpPr>
        <p:spPr>
          <a:xfrm>
            <a:off x="2568575" y="2733050"/>
            <a:ext cx="17223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
        <p:nvSpPr>
          <p:cNvPr id="70" name="Google Shape;70;p35"/>
          <p:cNvSpPr txBox="1">
            <a:spLocks noGrp="1"/>
          </p:cNvSpPr>
          <p:nvPr>
            <p:ph type="title" idx="6"/>
          </p:nvPr>
        </p:nvSpPr>
        <p:spPr>
          <a:xfrm>
            <a:off x="4751950" y="2331750"/>
            <a:ext cx="17223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71" name="Google Shape;71;p35"/>
          <p:cNvSpPr txBox="1">
            <a:spLocks noGrp="1"/>
          </p:cNvSpPr>
          <p:nvPr>
            <p:ph type="body" idx="7"/>
          </p:nvPr>
        </p:nvSpPr>
        <p:spPr>
          <a:xfrm>
            <a:off x="4751950" y="2733050"/>
            <a:ext cx="17223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
        <p:nvSpPr>
          <p:cNvPr id="72" name="Google Shape;72;p35"/>
          <p:cNvSpPr txBox="1">
            <a:spLocks noGrp="1"/>
          </p:cNvSpPr>
          <p:nvPr>
            <p:ph type="title" idx="8"/>
          </p:nvPr>
        </p:nvSpPr>
        <p:spPr>
          <a:xfrm>
            <a:off x="6909425" y="2331750"/>
            <a:ext cx="1722300" cy="2520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accent6"/>
              </a:buClr>
              <a:buSzPts val="1200"/>
              <a:buFont typeface="Calibri"/>
              <a:buNone/>
              <a:defRPr sz="1200">
                <a:solidFill>
                  <a:schemeClr val="accent6"/>
                </a:solidFill>
              </a:defRPr>
            </a:lvl1pPr>
            <a:lvl2pPr lvl="1">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2pPr>
            <a:lvl3pPr lvl="2">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3pPr>
            <a:lvl4pPr lvl="3">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4pPr>
            <a:lvl5pPr lvl="4">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5pPr>
            <a:lvl6pPr lvl="5">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6pPr>
            <a:lvl7pPr lvl="6">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7pPr>
            <a:lvl8pPr lvl="7">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8pPr>
            <a:lvl9pPr lvl="8">
              <a:spcBef>
                <a:spcPts val="0"/>
              </a:spcBef>
              <a:spcAft>
                <a:spcPts val="0"/>
              </a:spcAft>
              <a:buClr>
                <a:schemeClr val="accent6"/>
              </a:buClr>
              <a:buSzPts val="1200"/>
              <a:buFont typeface="Quantico"/>
              <a:buNone/>
              <a:defRPr sz="1200">
                <a:solidFill>
                  <a:schemeClr val="accent6"/>
                </a:solidFill>
                <a:latin typeface="Quantico"/>
                <a:ea typeface="Quantico"/>
                <a:cs typeface="Quantico"/>
                <a:sym typeface="Quantico"/>
              </a:defRPr>
            </a:lvl9pPr>
          </a:lstStyle>
          <a:p>
            <a:endParaRPr/>
          </a:p>
        </p:txBody>
      </p:sp>
      <p:sp>
        <p:nvSpPr>
          <p:cNvPr id="73" name="Google Shape;73;p35"/>
          <p:cNvSpPr txBox="1">
            <a:spLocks noGrp="1"/>
          </p:cNvSpPr>
          <p:nvPr>
            <p:ph type="body" idx="9"/>
          </p:nvPr>
        </p:nvSpPr>
        <p:spPr>
          <a:xfrm>
            <a:off x="6855900" y="2733050"/>
            <a:ext cx="1722300" cy="1957200"/>
          </a:xfrm>
          <a:prstGeom prst="rect">
            <a:avLst/>
          </a:prstGeom>
          <a:noFill/>
          <a:ln>
            <a:noFill/>
          </a:ln>
        </p:spPr>
        <p:txBody>
          <a:bodyPr spcFirstLastPara="1" wrap="square" lIns="0" tIns="0" rIns="0" bIns="0" anchor="t" anchorCtr="0">
            <a:normAutofit/>
          </a:bodyPr>
          <a:lstStyle>
            <a:lvl1pPr marL="457200" lvl="0" indent="-285750" algn="l">
              <a:lnSpc>
                <a:spcPct val="115000"/>
              </a:lnSpc>
              <a:spcBef>
                <a:spcPts val="0"/>
              </a:spcBef>
              <a:spcAft>
                <a:spcPts val="0"/>
              </a:spcAft>
              <a:buClr>
                <a:schemeClr val="accent6"/>
              </a:buClr>
              <a:buSzPts val="900"/>
              <a:buChar char="●"/>
              <a:defRPr sz="900">
                <a:solidFill>
                  <a:schemeClr val="accent6"/>
                </a:solidFill>
              </a:defRPr>
            </a:lvl1pPr>
            <a:lvl2pPr marL="914400" lvl="1" indent="-285750" algn="l">
              <a:lnSpc>
                <a:spcPct val="115000"/>
              </a:lnSpc>
              <a:spcBef>
                <a:spcPts val="1000"/>
              </a:spcBef>
              <a:spcAft>
                <a:spcPts val="0"/>
              </a:spcAft>
              <a:buClr>
                <a:schemeClr val="accent6"/>
              </a:buClr>
              <a:buSzPts val="900"/>
              <a:buChar char="○"/>
              <a:defRPr sz="900">
                <a:solidFill>
                  <a:schemeClr val="accent6"/>
                </a:solidFill>
              </a:defRPr>
            </a:lvl2pPr>
            <a:lvl3pPr marL="1371600" lvl="2" indent="-285750" algn="l">
              <a:lnSpc>
                <a:spcPct val="115000"/>
              </a:lnSpc>
              <a:spcBef>
                <a:spcPts val="1000"/>
              </a:spcBef>
              <a:spcAft>
                <a:spcPts val="0"/>
              </a:spcAft>
              <a:buClr>
                <a:schemeClr val="accent6"/>
              </a:buClr>
              <a:buSzPts val="900"/>
              <a:buChar char="■"/>
              <a:defRPr sz="900">
                <a:solidFill>
                  <a:schemeClr val="accent6"/>
                </a:solidFill>
              </a:defRPr>
            </a:lvl3pPr>
            <a:lvl4pPr marL="1828800" lvl="3" indent="-285750" algn="l">
              <a:lnSpc>
                <a:spcPct val="115000"/>
              </a:lnSpc>
              <a:spcBef>
                <a:spcPts val="1000"/>
              </a:spcBef>
              <a:spcAft>
                <a:spcPts val="0"/>
              </a:spcAft>
              <a:buClr>
                <a:schemeClr val="accent6"/>
              </a:buClr>
              <a:buSzPts val="900"/>
              <a:buChar char="●"/>
              <a:defRPr sz="900">
                <a:solidFill>
                  <a:schemeClr val="accent6"/>
                </a:solidFill>
              </a:defRPr>
            </a:lvl4pPr>
            <a:lvl5pPr marL="2286000" lvl="4" indent="-285750" algn="l">
              <a:lnSpc>
                <a:spcPct val="115000"/>
              </a:lnSpc>
              <a:spcBef>
                <a:spcPts val="1000"/>
              </a:spcBef>
              <a:spcAft>
                <a:spcPts val="0"/>
              </a:spcAft>
              <a:buClr>
                <a:schemeClr val="accent6"/>
              </a:buClr>
              <a:buSzPts val="900"/>
              <a:buChar char="○"/>
              <a:defRPr sz="900">
                <a:solidFill>
                  <a:schemeClr val="accent6"/>
                </a:solidFill>
              </a:defRPr>
            </a:lvl5pPr>
            <a:lvl6pPr marL="2743200" lvl="5" indent="-285750" algn="l">
              <a:lnSpc>
                <a:spcPct val="115000"/>
              </a:lnSpc>
              <a:spcBef>
                <a:spcPts val="1000"/>
              </a:spcBef>
              <a:spcAft>
                <a:spcPts val="0"/>
              </a:spcAft>
              <a:buClr>
                <a:schemeClr val="accent6"/>
              </a:buClr>
              <a:buSzPts val="900"/>
              <a:buChar char="■"/>
              <a:defRPr sz="900">
                <a:solidFill>
                  <a:schemeClr val="accent6"/>
                </a:solidFill>
              </a:defRPr>
            </a:lvl6pPr>
            <a:lvl7pPr marL="3200400" lvl="6" indent="-285750" algn="l">
              <a:lnSpc>
                <a:spcPct val="115000"/>
              </a:lnSpc>
              <a:spcBef>
                <a:spcPts val="1000"/>
              </a:spcBef>
              <a:spcAft>
                <a:spcPts val="0"/>
              </a:spcAft>
              <a:buClr>
                <a:schemeClr val="accent6"/>
              </a:buClr>
              <a:buSzPts val="900"/>
              <a:buChar char="●"/>
              <a:defRPr sz="900">
                <a:solidFill>
                  <a:schemeClr val="accent6"/>
                </a:solidFill>
              </a:defRPr>
            </a:lvl7pPr>
            <a:lvl8pPr marL="3657600" lvl="7" indent="-285750" algn="l">
              <a:lnSpc>
                <a:spcPct val="115000"/>
              </a:lnSpc>
              <a:spcBef>
                <a:spcPts val="1000"/>
              </a:spcBef>
              <a:spcAft>
                <a:spcPts val="0"/>
              </a:spcAft>
              <a:buClr>
                <a:schemeClr val="accent6"/>
              </a:buClr>
              <a:buSzPts val="900"/>
              <a:buChar char="○"/>
              <a:defRPr sz="900">
                <a:solidFill>
                  <a:schemeClr val="accent6"/>
                </a:solidFill>
              </a:defRPr>
            </a:lvl8pPr>
            <a:lvl9pPr marL="4114800" lvl="8" indent="-285750" algn="l">
              <a:lnSpc>
                <a:spcPct val="115000"/>
              </a:lnSpc>
              <a:spcBef>
                <a:spcPts val="1000"/>
              </a:spcBef>
              <a:spcAft>
                <a:spcPts val="1000"/>
              </a:spcAft>
              <a:buClr>
                <a:schemeClr val="accent6"/>
              </a:buClr>
              <a:buSzPts val="900"/>
              <a:buChar char="■"/>
              <a:defRPr sz="900">
                <a:solidFill>
                  <a:schemeClr val="accent6"/>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74"/>
        <p:cNvGrpSpPr/>
        <p:nvPr/>
      </p:nvGrpSpPr>
      <p:grpSpPr>
        <a:xfrm>
          <a:off x="0" y="0"/>
          <a:ext cx="0" cy="0"/>
          <a:chOff x="0" y="0"/>
          <a:chExt cx="0" cy="0"/>
        </a:xfrm>
      </p:grpSpPr>
      <p:sp>
        <p:nvSpPr>
          <p:cNvPr id="75" name="Google Shape;75;p36"/>
          <p:cNvSpPr txBox="1">
            <a:spLocks noGrp="1"/>
          </p:cNvSpPr>
          <p:nvPr>
            <p:ph type="title"/>
          </p:nvPr>
        </p:nvSpPr>
        <p:spPr>
          <a:xfrm>
            <a:off x="2131600" y="3667325"/>
            <a:ext cx="2026500" cy="367200"/>
          </a:xfrm>
          <a:prstGeom prst="rect">
            <a:avLst/>
          </a:prstGeom>
          <a:noFill/>
          <a:ln>
            <a:noFill/>
          </a:ln>
        </p:spPr>
        <p:txBody>
          <a:bodyPr spcFirstLastPara="1" wrap="square" lIns="0" tIns="0" rIns="91425" bIns="0" anchor="ctr" anchorCtr="0">
            <a:noAutofit/>
          </a:bodyPr>
          <a:lstStyle>
            <a:lvl1pPr lvl="0" algn="ctr">
              <a:lnSpc>
                <a:spcPct val="100000"/>
              </a:lnSpc>
              <a:spcBef>
                <a:spcPts val="0"/>
              </a:spcBef>
              <a:spcAft>
                <a:spcPts val="0"/>
              </a:spcAft>
              <a:buClr>
                <a:schemeClr val="dk1"/>
              </a:buClr>
              <a:buSzPts val="3000"/>
              <a:buFont typeface="Calibri"/>
              <a:buNone/>
              <a:defRPr sz="1000"/>
            </a:lvl1pPr>
            <a:lvl2pPr lvl="1">
              <a:spcBef>
                <a:spcPts val="0"/>
              </a:spcBef>
              <a:spcAft>
                <a:spcPts val="0"/>
              </a:spcAft>
              <a:buClr>
                <a:schemeClr val="dk1"/>
              </a:buClr>
              <a:buSzPts val="3000"/>
              <a:buNone/>
              <a:defRPr/>
            </a:lvl2pPr>
            <a:lvl3pPr lvl="2">
              <a:spcBef>
                <a:spcPts val="0"/>
              </a:spcBef>
              <a:spcAft>
                <a:spcPts val="0"/>
              </a:spcAft>
              <a:buClr>
                <a:schemeClr val="dk1"/>
              </a:buClr>
              <a:buSzPts val="3000"/>
              <a:buNone/>
              <a:defRPr/>
            </a:lvl3pPr>
            <a:lvl4pPr lvl="3">
              <a:spcBef>
                <a:spcPts val="0"/>
              </a:spcBef>
              <a:spcAft>
                <a:spcPts val="0"/>
              </a:spcAft>
              <a:buClr>
                <a:schemeClr val="dk1"/>
              </a:buClr>
              <a:buSzPts val="3000"/>
              <a:buNone/>
              <a:defRPr/>
            </a:lvl4pPr>
            <a:lvl5pPr lvl="4">
              <a:spcBef>
                <a:spcPts val="0"/>
              </a:spcBef>
              <a:spcAft>
                <a:spcPts val="0"/>
              </a:spcAft>
              <a:buClr>
                <a:schemeClr val="dk1"/>
              </a:buClr>
              <a:buSzPts val="3000"/>
              <a:buNone/>
              <a:defRPr/>
            </a:lvl5pPr>
            <a:lvl6pPr lvl="5">
              <a:spcBef>
                <a:spcPts val="0"/>
              </a:spcBef>
              <a:spcAft>
                <a:spcPts val="0"/>
              </a:spcAft>
              <a:buClr>
                <a:schemeClr val="dk1"/>
              </a:buClr>
              <a:buSzPts val="3000"/>
              <a:buNone/>
              <a:defRPr/>
            </a:lvl6pPr>
            <a:lvl7pPr lvl="6">
              <a:spcBef>
                <a:spcPts val="0"/>
              </a:spcBef>
              <a:spcAft>
                <a:spcPts val="0"/>
              </a:spcAft>
              <a:buClr>
                <a:schemeClr val="dk1"/>
              </a:buClr>
              <a:buSzPts val="3000"/>
              <a:buNone/>
              <a:defRPr/>
            </a:lvl7pPr>
            <a:lvl8pPr lvl="7">
              <a:spcBef>
                <a:spcPts val="0"/>
              </a:spcBef>
              <a:spcAft>
                <a:spcPts val="0"/>
              </a:spcAft>
              <a:buClr>
                <a:schemeClr val="dk1"/>
              </a:buClr>
              <a:buSzPts val="3000"/>
              <a:buNone/>
              <a:defRPr/>
            </a:lvl8pPr>
            <a:lvl9pPr lvl="8">
              <a:spcBef>
                <a:spcPts val="0"/>
              </a:spcBef>
              <a:spcAft>
                <a:spcPts val="0"/>
              </a:spcAft>
              <a:buClr>
                <a:schemeClr val="dk1"/>
              </a:buClr>
              <a:buSzPts val="3000"/>
              <a:buNone/>
              <a:defRPr/>
            </a:lvl9pPr>
          </a:lstStyle>
          <a:p>
            <a:endParaRPr/>
          </a:p>
        </p:txBody>
      </p:sp>
      <p:sp>
        <p:nvSpPr>
          <p:cNvPr id="76" name="Google Shape;76;p36"/>
          <p:cNvSpPr txBox="1">
            <a:spLocks noGrp="1"/>
          </p:cNvSpPr>
          <p:nvPr>
            <p:ph type="subTitle" idx="1"/>
          </p:nvPr>
        </p:nvSpPr>
        <p:spPr>
          <a:xfrm>
            <a:off x="1917225" y="4072850"/>
            <a:ext cx="2536500" cy="5469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1000"/>
              <a:buNone/>
              <a:defRPr>
                <a:solidFill>
                  <a:schemeClr val="dk1"/>
                </a:solidFill>
              </a:defRPr>
            </a:lvl1pPr>
            <a:lvl2pPr lvl="1" algn="l">
              <a:lnSpc>
                <a:spcPct val="90000"/>
              </a:lnSpc>
              <a:spcBef>
                <a:spcPts val="1000"/>
              </a:spcBef>
              <a:spcAft>
                <a:spcPts val="0"/>
              </a:spcAft>
              <a:buClr>
                <a:schemeClr val="dk1"/>
              </a:buClr>
              <a:buSzPts val="1000"/>
              <a:buNone/>
              <a:defRPr>
                <a:solidFill>
                  <a:schemeClr val="dk1"/>
                </a:solidFill>
              </a:defRPr>
            </a:lvl2pPr>
            <a:lvl3pPr lvl="2" algn="l">
              <a:lnSpc>
                <a:spcPct val="90000"/>
              </a:lnSpc>
              <a:spcBef>
                <a:spcPts val="1000"/>
              </a:spcBef>
              <a:spcAft>
                <a:spcPts val="0"/>
              </a:spcAft>
              <a:buClr>
                <a:schemeClr val="dk1"/>
              </a:buClr>
              <a:buSzPts val="1000"/>
              <a:buNone/>
              <a:defRPr>
                <a:solidFill>
                  <a:schemeClr val="dk1"/>
                </a:solidFill>
              </a:defRPr>
            </a:lvl3pPr>
            <a:lvl4pPr lvl="3" algn="l">
              <a:lnSpc>
                <a:spcPct val="90000"/>
              </a:lnSpc>
              <a:spcBef>
                <a:spcPts val="1000"/>
              </a:spcBef>
              <a:spcAft>
                <a:spcPts val="0"/>
              </a:spcAft>
              <a:buClr>
                <a:schemeClr val="dk1"/>
              </a:buClr>
              <a:buSzPts val="1000"/>
              <a:buNone/>
              <a:defRPr>
                <a:solidFill>
                  <a:schemeClr val="dk1"/>
                </a:solidFill>
              </a:defRPr>
            </a:lvl4pPr>
            <a:lvl5pPr lvl="4" algn="l">
              <a:lnSpc>
                <a:spcPct val="90000"/>
              </a:lnSpc>
              <a:spcBef>
                <a:spcPts val="1000"/>
              </a:spcBef>
              <a:spcAft>
                <a:spcPts val="0"/>
              </a:spcAft>
              <a:buClr>
                <a:schemeClr val="dk1"/>
              </a:buClr>
              <a:buSzPts val="1000"/>
              <a:buNone/>
              <a:defRPr>
                <a:solidFill>
                  <a:schemeClr val="dk1"/>
                </a:solidFill>
              </a:defRPr>
            </a:lvl5pPr>
            <a:lvl6pPr lvl="5" algn="l">
              <a:lnSpc>
                <a:spcPct val="90000"/>
              </a:lnSpc>
              <a:spcBef>
                <a:spcPts val="1000"/>
              </a:spcBef>
              <a:spcAft>
                <a:spcPts val="0"/>
              </a:spcAft>
              <a:buClr>
                <a:schemeClr val="dk1"/>
              </a:buClr>
              <a:buSzPts val="1000"/>
              <a:buNone/>
              <a:defRPr>
                <a:solidFill>
                  <a:schemeClr val="dk1"/>
                </a:solidFill>
              </a:defRPr>
            </a:lvl6pPr>
            <a:lvl7pPr lvl="6" algn="l">
              <a:lnSpc>
                <a:spcPct val="90000"/>
              </a:lnSpc>
              <a:spcBef>
                <a:spcPts val="1000"/>
              </a:spcBef>
              <a:spcAft>
                <a:spcPts val="0"/>
              </a:spcAft>
              <a:buClr>
                <a:schemeClr val="dk1"/>
              </a:buClr>
              <a:buSzPts val="1000"/>
              <a:buNone/>
              <a:defRPr>
                <a:solidFill>
                  <a:schemeClr val="dk1"/>
                </a:solidFill>
              </a:defRPr>
            </a:lvl7pPr>
            <a:lvl8pPr lvl="7" algn="l">
              <a:lnSpc>
                <a:spcPct val="90000"/>
              </a:lnSpc>
              <a:spcBef>
                <a:spcPts val="1000"/>
              </a:spcBef>
              <a:spcAft>
                <a:spcPts val="0"/>
              </a:spcAft>
              <a:buClr>
                <a:schemeClr val="dk1"/>
              </a:buClr>
              <a:buSzPts val="1000"/>
              <a:buNone/>
              <a:defRPr>
                <a:solidFill>
                  <a:schemeClr val="dk1"/>
                </a:solidFill>
              </a:defRPr>
            </a:lvl8pPr>
            <a:lvl9pPr lvl="8" algn="l">
              <a:lnSpc>
                <a:spcPct val="90000"/>
              </a:lnSpc>
              <a:spcBef>
                <a:spcPts val="1000"/>
              </a:spcBef>
              <a:spcAft>
                <a:spcPts val="1000"/>
              </a:spcAft>
              <a:buClr>
                <a:schemeClr val="dk1"/>
              </a:buClr>
              <a:buSzPts val="1000"/>
              <a:buNone/>
              <a:defRPr>
                <a:solidFill>
                  <a:schemeClr val="dk1"/>
                </a:solidFill>
              </a:defRPr>
            </a:lvl9pPr>
          </a:lstStyle>
          <a:p>
            <a:endParaRPr/>
          </a:p>
        </p:txBody>
      </p:sp>
      <p:sp>
        <p:nvSpPr>
          <p:cNvPr id="77" name="Google Shape;77;p36"/>
          <p:cNvSpPr>
            <a:spLocks noGrp="1"/>
          </p:cNvSpPr>
          <p:nvPr>
            <p:ph type="pic" idx="2"/>
          </p:nvPr>
        </p:nvSpPr>
        <p:spPr>
          <a:xfrm>
            <a:off x="387475" y="3575855"/>
            <a:ext cx="1309500" cy="1050000"/>
          </a:xfrm>
          <a:prstGeom prst="snip1Rect">
            <a:avLst>
              <a:gd name="adj" fmla="val 16667"/>
            </a:avLst>
          </a:prstGeom>
          <a:noFill/>
          <a:ln>
            <a:noFill/>
          </a:ln>
        </p:spPr>
      </p:sp>
      <p:sp>
        <p:nvSpPr>
          <p:cNvPr id="78" name="Google Shape;78;p36"/>
          <p:cNvSpPr txBox="1">
            <a:spLocks noGrp="1"/>
          </p:cNvSpPr>
          <p:nvPr>
            <p:ph type="title" idx="3"/>
          </p:nvPr>
        </p:nvSpPr>
        <p:spPr>
          <a:xfrm>
            <a:off x="409500" y="1578275"/>
            <a:ext cx="3354000" cy="1091100"/>
          </a:xfrm>
          <a:prstGeom prst="rect">
            <a:avLst/>
          </a:prstGeom>
          <a:noFill/>
          <a:ln>
            <a:noFill/>
          </a:ln>
        </p:spPr>
        <p:txBody>
          <a:bodyPr spcFirstLastPara="1" wrap="square" lIns="0" tIns="0" rIns="91425" bIns="0" anchor="t" anchorCtr="0">
            <a:noAutofit/>
          </a:bodyPr>
          <a:lstStyle>
            <a:lvl1pPr lvl="0" algn="l">
              <a:lnSpc>
                <a:spcPct val="100000"/>
              </a:lnSpc>
              <a:spcBef>
                <a:spcPts val="0"/>
              </a:spcBef>
              <a:spcAft>
                <a:spcPts val="0"/>
              </a:spcAft>
              <a:buClr>
                <a:schemeClr val="dk1"/>
              </a:buClr>
              <a:buSzPts val="3400"/>
              <a:buFont typeface="Lato"/>
              <a:buNone/>
              <a:defRPr sz="1600">
                <a:latin typeface="Lato"/>
                <a:ea typeface="Lato"/>
                <a:cs typeface="Lato"/>
                <a:sym typeface="Lato"/>
              </a:defRPr>
            </a:lvl1pPr>
            <a:lvl2pPr lvl="1">
              <a:lnSpc>
                <a:spcPct val="100000"/>
              </a:lnSpc>
              <a:spcBef>
                <a:spcPts val="0"/>
              </a:spcBef>
              <a:spcAft>
                <a:spcPts val="0"/>
              </a:spcAft>
              <a:buClr>
                <a:schemeClr val="dk1"/>
              </a:buClr>
              <a:buSzPts val="3400"/>
              <a:buFont typeface="Lato"/>
              <a:buNone/>
              <a:defRPr sz="1600">
                <a:latin typeface="Lato"/>
                <a:ea typeface="Lato"/>
                <a:cs typeface="Lato"/>
                <a:sym typeface="Lato"/>
              </a:defRPr>
            </a:lvl2pPr>
            <a:lvl3pPr lvl="2">
              <a:lnSpc>
                <a:spcPct val="100000"/>
              </a:lnSpc>
              <a:spcBef>
                <a:spcPts val="0"/>
              </a:spcBef>
              <a:spcAft>
                <a:spcPts val="0"/>
              </a:spcAft>
              <a:buClr>
                <a:schemeClr val="dk1"/>
              </a:buClr>
              <a:buSzPts val="3400"/>
              <a:buFont typeface="Lato"/>
              <a:buNone/>
              <a:defRPr sz="1600">
                <a:latin typeface="Lato"/>
                <a:ea typeface="Lato"/>
                <a:cs typeface="Lato"/>
                <a:sym typeface="Lato"/>
              </a:defRPr>
            </a:lvl3pPr>
            <a:lvl4pPr lvl="3">
              <a:lnSpc>
                <a:spcPct val="100000"/>
              </a:lnSpc>
              <a:spcBef>
                <a:spcPts val="0"/>
              </a:spcBef>
              <a:spcAft>
                <a:spcPts val="0"/>
              </a:spcAft>
              <a:buClr>
                <a:schemeClr val="dk1"/>
              </a:buClr>
              <a:buSzPts val="3400"/>
              <a:buFont typeface="Lato"/>
              <a:buNone/>
              <a:defRPr sz="1600">
                <a:latin typeface="Lato"/>
                <a:ea typeface="Lato"/>
                <a:cs typeface="Lato"/>
                <a:sym typeface="Lato"/>
              </a:defRPr>
            </a:lvl4pPr>
            <a:lvl5pPr lvl="4">
              <a:lnSpc>
                <a:spcPct val="100000"/>
              </a:lnSpc>
              <a:spcBef>
                <a:spcPts val="0"/>
              </a:spcBef>
              <a:spcAft>
                <a:spcPts val="0"/>
              </a:spcAft>
              <a:buClr>
                <a:schemeClr val="dk1"/>
              </a:buClr>
              <a:buSzPts val="3400"/>
              <a:buFont typeface="Lato"/>
              <a:buNone/>
              <a:defRPr sz="1600">
                <a:latin typeface="Lato"/>
                <a:ea typeface="Lato"/>
                <a:cs typeface="Lato"/>
                <a:sym typeface="Lato"/>
              </a:defRPr>
            </a:lvl5pPr>
            <a:lvl6pPr lvl="5">
              <a:lnSpc>
                <a:spcPct val="100000"/>
              </a:lnSpc>
              <a:spcBef>
                <a:spcPts val="0"/>
              </a:spcBef>
              <a:spcAft>
                <a:spcPts val="0"/>
              </a:spcAft>
              <a:buClr>
                <a:schemeClr val="dk1"/>
              </a:buClr>
              <a:buSzPts val="3400"/>
              <a:buFont typeface="Lato"/>
              <a:buNone/>
              <a:defRPr sz="1600">
                <a:latin typeface="Lato"/>
                <a:ea typeface="Lato"/>
                <a:cs typeface="Lato"/>
                <a:sym typeface="Lato"/>
              </a:defRPr>
            </a:lvl6pPr>
            <a:lvl7pPr lvl="6">
              <a:lnSpc>
                <a:spcPct val="100000"/>
              </a:lnSpc>
              <a:spcBef>
                <a:spcPts val="0"/>
              </a:spcBef>
              <a:spcAft>
                <a:spcPts val="0"/>
              </a:spcAft>
              <a:buClr>
                <a:schemeClr val="dk1"/>
              </a:buClr>
              <a:buSzPts val="3400"/>
              <a:buFont typeface="Lato"/>
              <a:buNone/>
              <a:defRPr sz="1600">
                <a:latin typeface="Lato"/>
                <a:ea typeface="Lato"/>
                <a:cs typeface="Lato"/>
                <a:sym typeface="Lato"/>
              </a:defRPr>
            </a:lvl7pPr>
            <a:lvl8pPr lvl="7">
              <a:lnSpc>
                <a:spcPct val="100000"/>
              </a:lnSpc>
              <a:spcBef>
                <a:spcPts val="0"/>
              </a:spcBef>
              <a:spcAft>
                <a:spcPts val="0"/>
              </a:spcAft>
              <a:buClr>
                <a:schemeClr val="dk1"/>
              </a:buClr>
              <a:buSzPts val="3400"/>
              <a:buFont typeface="Lato"/>
              <a:buNone/>
              <a:defRPr sz="1600">
                <a:latin typeface="Lato"/>
                <a:ea typeface="Lato"/>
                <a:cs typeface="Lato"/>
                <a:sym typeface="Lato"/>
              </a:defRPr>
            </a:lvl8pPr>
            <a:lvl9pPr lvl="8">
              <a:lnSpc>
                <a:spcPct val="100000"/>
              </a:lnSpc>
              <a:spcBef>
                <a:spcPts val="0"/>
              </a:spcBef>
              <a:spcAft>
                <a:spcPts val="0"/>
              </a:spcAft>
              <a:buClr>
                <a:schemeClr val="dk1"/>
              </a:buClr>
              <a:buSzPts val="3400"/>
              <a:buFont typeface="Lato"/>
              <a:buNone/>
              <a:defRPr sz="1600">
                <a:latin typeface="Lato"/>
                <a:ea typeface="Lato"/>
                <a:cs typeface="Lato"/>
                <a:sym typeface="Lato"/>
              </a:defRPr>
            </a:lvl9pPr>
          </a:lstStyle>
          <a:p>
            <a:endParaRPr/>
          </a:p>
        </p:txBody>
      </p:sp>
      <p:sp>
        <p:nvSpPr>
          <p:cNvPr id="79" name="Google Shape;79;p36"/>
          <p:cNvSpPr txBox="1">
            <a:spLocks noGrp="1"/>
          </p:cNvSpPr>
          <p:nvPr>
            <p:ph type="title" idx="4"/>
          </p:nvPr>
        </p:nvSpPr>
        <p:spPr>
          <a:xfrm>
            <a:off x="409500" y="401500"/>
            <a:ext cx="3748500" cy="1091100"/>
          </a:xfrm>
          <a:prstGeom prst="rect">
            <a:avLst/>
          </a:prstGeom>
          <a:noFill/>
          <a:ln>
            <a:noFill/>
          </a:ln>
        </p:spPr>
        <p:txBody>
          <a:bodyPr spcFirstLastPara="1" wrap="square" lIns="0" tIns="0" rIns="91425" bIns="0" anchor="ctr" anchorCtr="0">
            <a:noAutofit/>
          </a:bodyPr>
          <a:lstStyle>
            <a:lvl1pPr lvl="0" algn="l">
              <a:lnSpc>
                <a:spcPct val="90000"/>
              </a:lnSpc>
              <a:spcBef>
                <a:spcPts val="0"/>
              </a:spcBef>
              <a:spcAft>
                <a:spcPts val="0"/>
              </a:spcAft>
              <a:buClr>
                <a:schemeClr val="dk1"/>
              </a:buClr>
              <a:buSzPts val="4800"/>
              <a:buFont typeface="Calibri"/>
              <a:buNone/>
              <a:defRPr sz="4800"/>
            </a:lvl1pPr>
            <a:lvl2pPr lvl="1">
              <a:spcBef>
                <a:spcPts val="0"/>
              </a:spcBef>
              <a:spcAft>
                <a:spcPts val="0"/>
              </a:spcAft>
              <a:buClr>
                <a:schemeClr val="dk1"/>
              </a:buClr>
              <a:buSzPts val="4800"/>
              <a:buFont typeface="Quantico"/>
              <a:buNone/>
              <a:defRPr sz="4800">
                <a:latin typeface="Quantico"/>
                <a:ea typeface="Quantico"/>
                <a:cs typeface="Quantico"/>
                <a:sym typeface="Quantico"/>
              </a:defRPr>
            </a:lvl2pPr>
            <a:lvl3pPr lvl="2">
              <a:spcBef>
                <a:spcPts val="0"/>
              </a:spcBef>
              <a:spcAft>
                <a:spcPts val="0"/>
              </a:spcAft>
              <a:buClr>
                <a:schemeClr val="dk1"/>
              </a:buClr>
              <a:buSzPts val="4800"/>
              <a:buFont typeface="Quantico"/>
              <a:buNone/>
              <a:defRPr sz="4800">
                <a:latin typeface="Quantico"/>
                <a:ea typeface="Quantico"/>
                <a:cs typeface="Quantico"/>
                <a:sym typeface="Quantico"/>
              </a:defRPr>
            </a:lvl3pPr>
            <a:lvl4pPr lvl="3">
              <a:spcBef>
                <a:spcPts val="0"/>
              </a:spcBef>
              <a:spcAft>
                <a:spcPts val="0"/>
              </a:spcAft>
              <a:buClr>
                <a:schemeClr val="dk1"/>
              </a:buClr>
              <a:buSzPts val="4800"/>
              <a:buFont typeface="Quantico"/>
              <a:buNone/>
              <a:defRPr sz="4800">
                <a:latin typeface="Quantico"/>
                <a:ea typeface="Quantico"/>
                <a:cs typeface="Quantico"/>
                <a:sym typeface="Quantico"/>
              </a:defRPr>
            </a:lvl4pPr>
            <a:lvl5pPr lvl="4">
              <a:spcBef>
                <a:spcPts val="0"/>
              </a:spcBef>
              <a:spcAft>
                <a:spcPts val="0"/>
              </a:spcAft>
              <a:buClr>
                <a:schemeClr val="dk1"/>
              </a:buClr>
              <a:buSzPts val="4800"/>
              <a:buFont typeface="Quantico"/>
              <a:buNone/>
              <a:defRPr sz="4800">
                <a:latin typeface="Quantico"/>
                <a:ea typeface="Quantico"/>
                <a:cs typeface="Quantico"/>
                <a:sym typeface="Quantico"/>
              </a:defRPr>
            </a:lvl5pPr>
            <a:lvl6pPr lvl="5">
              <a:spcBef>
                <a:spcPts val="0"/>
              </a:spcBef>
              <a:spcAft>
                <a:spcPts val="0"/>
              </a:spcAft>
              <a:buClr>
                <a:schemeClr val="dk1"/>
              </a:buClr>
              <a:buSzPts val="4800"/>
              <a:buFont typeface="Quantico"/>
              <a:buNone/>
              <a:defRPr sz="4800">
                <a:latin typeface="Quantico"/>
                <a:ea typeface="Quantico"/>
                <a:cs typeface="Quantico"/>
                <a:sym typeface="Quantico"/>
              </a:defRPr>
            </a:lvl6pPr>
            <a:lvl7pPr lvl="6">
              <a:spcBef>
                <a:spcPts val="0"/>
              </a:spcBef>
              <a:spcAft>
                <a:spcPts val="0"/>
              </a:spcAft>
              <a:buClr>
                <a:schemeClr val="dk1"/>
              </a:buClr>
              <a:buSzPts val="4800"/>
              <a:buFont typeface="Quantico"/>
              <a:buNone/>
              <a:defRPr sz="4800">
                <a:latin typeface="Quantico"/>
                <a:ea typeface="Quantico"/>
                <a:cs typeface="Quantico"/>
                <a:sym typeface="Quantico"/>
              </a:defRPr>
            </a:lvl7pPr>
            <a:lvl8pPr lvl="7">
              <a:spcBef>
                <a:spcPts val="0"/>
              </a:spcBef>
              <a:spcAft>
                <a:spcPts val="0"/>
              </a:spcAft>
              <a:buClr>
                <a:schemeClr val="dk1"/>
              </a:buClr>
              <a:buSzPts val="4800"/>
              <a:buFont typeface="Quantico"/>
              <a:buNone/>
              <a:defRPr sz="4800">
                <a:latin typeface="Quantico"/>
                <a:ea typeface="Quantico"/>
                <a:cs typeface="Quantico"/>
                <a:sym typeface="Quantico"/>
              </a:defRPr>
            </a:lvl8pPr>
            <a:lvl9pPr lvl="8">
              <a:spcBef>
                <a:spcPts val="0"/>
              </a:spcBef>
              <a:spcAft>
                <a:spcPts val="0"/>
              </a:spcAft>
              <a:buClr>
                <a:schemeClr val="dk1"/>
              </a:buClr>
              <a:buSzPts val="4800"/>
              <a:buFont typeface="Quantico"/>
              <a:buNone/>
              <a:defRPr sz="4800">
                <a:latin typeface="Quantico"/>
                <a:ea typeface="Quantico"/>
                <a:cs typeface="Quantico"/>
                <a:sym typeface="Quantico"/>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0"/>
        <p:cNvGrpSpPr/>
        <p:nvPr/>
      </p:nvGrpSpPr>
      <p:grpSpPr>
        <a:xfrm>
          <a:off x="0" y="0"/>
          <a:ext cx="0" cy="0"/>
          <a:chOff x="0" y="0"/>
          <a:chExt cx="0" cy="0"/>
        </a:xfrm>
      </p:grpSpPr>
      <p:sp>
        <p:nvSpPr>
          <p:cNvPr id="81" name="Google Shape;81;p37"/>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37"/>
          <p:cNvSpPr txBox="1">
            <a:spLocks noGrp="1"/>
          </p:cNvSpPr>
          <p:nvPr>
            <p:ph type="subTitle" idx="1"/>
          </p:nvPr>
        </p:nvSpPr>
        <p:spPr>
          <a:xfrm>
            <a:off x="1143000" y="2701528"/>
            <a:ext cx="6858000" cy="124182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83" name="Google Shape;83;p37"/>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7"/>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37"/>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86"/>
        <p:cNvGrpSpPr/>
        <p:nvPr/>
      </p:nvGrpSpPr>
      <p:grpSpPr>
        <a:xfrm>
          <a:off x="0" y="0"/>
          <a:ext cx="0" cy="0"/>
          <a:chOff x="0" y="0"/>
          <a:chExt cx="0" cy="0"/>
        </a:xfrm>
      </p:grpSpPr>
      <p:sp>
        <p:nvSpPr>
          <p:cNvPr id="87" name="Google Shape;87;p38"/>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38"/>
          <p:cNvSpPr txBox="1">
            <a:spLocks noGrp="1"/>
          </p:cNvSpPr>
          <p:nvPr>
            <p:ph type="body" idx="1"/>
          </p:nvPr>
        </p:nvSpPr>
        <p:spPr>
          <a:xfrm>
            <a:off x="628650" y="1369219"/>
            <a:ext cx="78867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89" name="Google Shape;89;p38"/>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0" name="Google Shape;90;p38"/>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1" name="Google Shape;91;p38"/>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39"/>
          <p:cNvSpPr txBox="1">
            <a:spLocks noGrp="1"/>
          </p:cNvSpPr>
          <p:nvPr>
            <p:ph type="title"/>
          </p:nvPr>
        </p:nvSpPr>
        <p:spPr>
          <a:xfrm>
            <a:off x="623888" y="1282304"/>
            <a:ext cx="7886700" cy="213955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39"/>
          <p:cNvSpPr txBox="1">
            <a:spLocks noGrp="1"/>
          </p:cNvSpPr>
          <p:nvPr>
            <p:ph type="body" idx="1"/>
          </p:nvPr>
        </p:nvSpPr>
        <p:spPr>
          <a:xfrm>
            <a:off x="623888" y="3442098"/>
            <a:ext cx="7886700" cy="112514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888888"/>
              </a:buClr>
              <a:buSzPts val="1800"/>
              <a:buNone/>
              <a:defRPr sz="1800">
                <a:solidFill>
                  <a:srgbClr val="888888"/>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95" name="Google Shape;95;p39"/>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39"/>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7" name="Google Shape;97;p39"/>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8"/>
        <p:cNvGrpSpPr/>
        <p:nvPr/>
      </p:nvGrpSpPr>
      <p:grpSpPr>
        <a:xfrm>
          <a:off x="0" y="0"/>
          <a:ext cx="0" cy="0"/>
          <a:chOff x="0" y="0"/>
          <a:chExt cx="0" cy="0"/>
        </a:xfrm>
      </p:grpSpPr>
      <p:sp>
        <p:nvSpPr>
          <p:cNvPr id="99" name="Google Shape;99;p40"/>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0" name="Google Shape;100;p40"/>
          <p:cNvSpPr txBox="1">
            <a:spLocks noGrp="1"/>
          </p:cNvSpPr>
          <p:nvPr>
            <p:ph type="body" idx="1"/>
          </p:nvPr>
        </p:nvSpPr>
        <p:spPr>
          <a:xfrm>
            <a:off x="628650" y="1369219"/>
            <a:ext cx="38862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01" name="Google Shape;101;p40"/>
          <p:cNvSpPr txBox="1">
            <a:spLocks noGrp="1"/>
          </p:cNvSpPr>
          <p:nvPr>
            <p:ph type="body" idx="2"/>
          </p:nvPr>
        </p:nvSpPr>
        <p:spPr>
          <a:xfrm>
            <a:off x="4629150" y="1369219"/>
            <a:ext cx="38862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02" name="Google Shape;102;p40"/>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3" name="Google Shape;103;p40"/>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05"/>
        <p:cNvGrpSpPr/>
        <p:nvPr/>
      </p:nvGrpSpPr>
      <p:grpSpPr>
        <a:xfrm>
          <a:off x="0" y="0"/>
          <a:ext cx="0" cy="0"/>
          <a:chOff x="0" y="0"/>
          <a:chExt cx="0" cy="0"/>
        </a:xfrm>
      </p:grpSpPr>
      <p:sp>
        <p:nvSpPr>
          <p:cNvPr id="106" name="Google Shape;106;p41"/>
          <p:cNvSpPr txBox="1">
            <a:spLocks noGrp="1"/>
          </p:cNvSpPr>
          <p:nvPr>
            <p:ph type="title"/>
          </p:nvPr>
        </p:nvSpPr>
        <p:spPr>
          <a:xfrm>
            <a:off x="629841"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7" name="Google Shape;107;p41"/>
          <p:cNvSpPr txBox="1">
            <a:spLocks noGrp="1"/>
          </p:cNvSpPr>
          <p:nvPr>
            <p:ph type="body" idx="1"/>
          </p:nvPr>
        </p:nvSpPr>
        <p:spPr>
          <a:xfrm>
            <a:off x="629842" y="1260872"/>
            <a:ext cx="3868340" cy="617934"/>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08" name="Google Shape;108;p41"/>
          <p:cNvSpPr txBox="1">
            <a:spLocks noGrp="1"/>
          </p:cNvSpPr>
          <p:nvPr>
            <p:ph type="body" idx="2"/>
          </p:nvPr>
        </p:nvSpPr>
        <p:spPr>
          <a:xfrm>
            <a:off x="629842" y="1878806"/>
            <a:ext cx="3868340" cy="276344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09" name="Google Shape;109;p41"/>
          <p:cNvSpPr txBox="1">
            <a:spLocks noGrp="1"/>
          </p:cNvSpPr>
          <p:nvPr>
            <p:ph type="body" idx="3"/>
          </p:nvPr>
        </p:nvSpPr>
        <p:spPr>
          <a:xfrm>
            <a:off x="4629150" y="1260872"/>
            <a:ext cx="3887391" cy="617934"/>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10" name="Google Shape;110;p41"/>
          <p:cNvSpPr txBox="1">
            <a:spLocks noGrp="1"/>
          </p:cNvSpPr>
          <p:nvPr>
            <p:ph type="body" idx="4"/>
          </p:nvPr>
        </p:nvSpPr>
        <p:spPr>
          <a:xfrm>
            <a:off x="4629150" y="1878806"/>
            <a:ext cx="3887391" cy="276344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11" name="Google Shape;111;p41"/>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41"/>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3" name="Google Shape;113;p41"/>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4"/>
        <p:cNvGrpSpPr/>
        <p:nvPr/>
      </p:nvGrpSpPr>
      <p:grpSpPr>
        <a:xfrm>
          <a:off x="0" y="0"/>
          <a:ext cx="0" cy="0"/>
          <a:chOff x="0" y="0"/>
          <a:chExt cx="0" cy="0"/>
        </a:xfrm>
      </p:grpSpPr>
      <p:sp>
        <p:nvSpPr>
          <p:cNvPr id="115" name="Google Shape;115;p42"/>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6" name="Google Shape;116;p42"/>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7" name="Google Shape;117;p42"/>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8" name="Google Shape;118;p42"/>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9"/>
        <p:cNvGrpSpPr/>
        <p:nvPr/>
      </p:nvGrpSpPr>
      <p:grpSpPr>
        <a:xfrm>
          <a:off x="0" y="0"/>
          <a:ext cx="0" cy="0"/>
          <a:chOff x="0" y="0"/>
          <a:chExt cx="0" cy="0"/>
        </a:xfrm>
      </p:grpSpPr>
      <p:sp>
        <p:nvSpPr>
          <p:cNvPr id="120" name="Google Shape;120;p43"/>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43"/>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43"/>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23"/>
        <p:cNvGrpSpPr/>
        <p:nvPr/>
      </p:nvGrpSpPr>
      <p:grpSpPr>
        <a:xfrm>
          <a:off x="0" y="0"/>
          <a:ext cx="0" cy="0"/>
          <a:chOff x="0" y="0"/>
          <a:chExt cx="0" cy="0"/>
        </a:xfrm>
      </p:grpSpPr>
      <p:sp>
        <p:nvSpPr>
          <p:cNvPr id="124" name="Google Shape;124;p44"/>
          <p:cNvSpPr txBox="1">
            <a:spLocks noGrp="1"/>
          </p:cNvSpPr>
          <p:nvPr>
            <p:ph type="title"/>
          </p:nvPr>
        </p:nvSpPr>
        <p:spPr>
          <a:xfrm>
            <a:off x="629841" y="342900"/>
            <a:ext cx="2949178" cy="120015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5" name="Google Shape;125;p44"/>
          <p:cNvSpPr txBox="1">
            <a:spLocks noGrp="1"/>
          </p:cNvSpPr>
          <p:nvPr>
            <p:ph type="body" idx="1"/>
          </p:nvPr>
        </p:nvSpPr>
        <p:spPr>
          <a:xfrm>
            <a:off x="3887391" y="740569"/>
            <a:ext cx="4629150" cy="365521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26" name="Google Shape;126;p44"/>
          <p:cNvSpPr txBox="1">
            <a:spLocks noGrp="1"/>
          </p:cNvSpPr>
          <p:nvPr>
            <p:ph type="body" idx="2"/>
          </p:nvPr>
        </p:nvSpPr>
        <p:spPr>
          <a:xfrm>
            <a:off x="629841" y="1543050"/>
            <a:ext cx="2949178" cy="2858691"/>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27" name="Google Shape;127;p44"/>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44"/>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9" name="Google Shape;129;p44"/>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30"/>
        <p:cNvGrpSpPr/>
        <p:nvPr/>
      </p:nvGrpSpPr>
      <p:grpSpPr>
        <a:xfrm>
          <a:off x="0" y="0"/>
          <a:ext cx="0" cy="0"/>
          <a:chOff x="0" y="0"/>
          <a:chExt cx="0" cy="0"/>
        </a:xfrm>
      </p:grpSpPr>
      <p:sp>
        <p:nvSpPr>
          <p:cNvPr id="131" name="Google Shape;131;p45"/>
          <p:cNvSpPr txBox="1">
            <a:spLocks noGrp="1"/>
          </p:cNvSpPr>
          <p:nvPr>
            <p:ph type="title"/>
          </p:nvPr>
        </p:nvSpPr>
        <p:spPr>
          <a:xfrm>
            <a:off x="629841" y="342900"/>
            <a:ext cx="2949178" cy="120015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45"/>
          <p:cNvSpPr>
            <a:spLocks noGrp="1"/>
          </p:cNvSpPr>
          <p:nvPr>
            <p:ph type="pic" idx="2"/>
          </p:nvPr>
        </p:nvSpPr>
        <p:spPr>
          <a:xfrm>
            <a:off x="3887391" y="740569"/>
            <a:ext cx="4629150" cy="3655219"/>
          </a:xfrm>
          <a:prstGeom prst="rect">
            <a:avLst/>
          </a:prstGeom>
          <a:noFill/>
          <a:ln>
            <a:noFill/>
          </a:ln>
        </p:spPr>
      </p:sp>
      <p:sp>
        <p:nvSpPr>
          <p:cNvPr id="133" name="Google Shape;133;p45"/>
          <p:cNvSpPr txBox="1">
            <a:spLocks noGrp="1"/>
          </p:cNvSpPr>
          <p:nvPr>
            <p:ph type="body" idx="1"/>
          </p:nvPr>
        </p:nvSpPr>
        <p:spPr>
          <a:xfrm>
            <a:off x="629841" y="1543050"/>
            <a:ext cx="2949178" cy="2858691"/>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34" name="Google Shape;134;p45"/>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5" name="Google Shape;135;p45"/>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6" name="Google Shape;136;p45"/>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37"/>
        <p:cNvGrpSpPr/>
        <p:nvPr/>
      </p:nvGrpSpPr>
      <p:grpSpPr>
        <a:xfrm>
          <a:off x="0" y="0"/>
          <a:ext cx="0" cy="0"/>
          <a:chOff x="0" y="0"/>
          <a:chExt cx="0" cy="0"/>
        </a:xfrm>
      </p:grpSpPr>
      <p:sp>
        <p:nvSpPr>
          <p:cNvPr id="138" name="Google Shape;138;p46"/>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9" name="Google Shape;139;p46"/>
          <p:cNvSpPr txBox="1">
            <a:spLocks noGrp="1"/>
          </p:cNvSpPr>
          <p:nvPr>
            <p:ph type="body" idx="1"/>
          </p:nvPr>
        </p:nvSpPr>
        <p:spPr>
          <a:xfrm rot="5400000">
            <a:off x="2940248" y="-942379"/>
            <a:ext cx="3263504"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0" name="Google Shape;140;p46"/>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1" name="Google Shape;141;p46"/>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2" name="Google Shape;142;p46"/>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43"/>
        <p:cNvGrpSpPr/>
        <p:nvPr/>
      </p:nvGrpSpPr>
      <p:grpSpPr>
        <a:xfrm>
          <a:off x="0" y="0"/>
          <a:ext cx="0" cy="0"/>
          <a:chOff x="0" y="0"/>
          <a:chExt cx="0" cy="0"/>
        </a:xfrm>
      </p:grpSpPr>
      <p:sp>
        <p:nvSpPr>
          <p:cNvPr id="144" name="Google Shape;144;p47"/>
          <p:cNvSpPr txBox="1">
            <a:spLocks noGrp="1"/>
          </p:cNvSpPr>
          <p:nvPr>
            <p:ph type="title"/>
          </p:nvPr>
        </p:nvSpPr>
        <p:spPr>
          <a:xfrm rot="5400000">
            <a:off x="5350073" y="1467446"/>
            <a:ext cx="4358879"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5" name="Google Shape;145;p47"/>
          <p:cNvSpPr txBox="1">
            <a:spLocks noGrp="1"/>
          </p:cNvSpPr>
          <p:nvPr>
            <p:ph type="body" idx="1"/>
          </p:nvPr>
        </p:nvSpPr>
        <p:spPr>
          <a:xfrm rot="5400000">
            <a:off x="1349573" y="-447079"/>
            <a:ext cx="4358879"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46" name="Google Shape;146;p47"/>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7" name="Google Shape;147;p47"/>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48" name="Google Shape;148;p47"/>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lnSpc>
                <a:spcPct val="100000"/>
              </a:lnSpc>
              <a:spcBef>
                <a:spcPts val="0"/>
              </a:spcBef>
              <a:spcAft>
                <a:spcPts val="0"/>
              </a:spcAft>
              <a:buNone/>
              <a:defRPr/>
            </a:lvl1pPr>
            <a:lvl2pPr marL="0" lvl="1" indent="0" algn="r">
              <a:lnSpc>
                <a:spcPct val="100000"/>
              </a:lnSpc>
              <a:spcBef>
                <a:spcPts val="0"/>
              </a:spcBef>
              <a:spcAft>
                <a:spcPts val="0"/>
              </a:spcAft>
              <a:buNone/>
              <a:defRPr/>
            </a:lvl2pPr>
            <a:lvl3pPr marL="0" lvl="2" indent="0" algn="r">
              <a:lnSpc>
                <a:spcPct val="100000"/>
              </a:lnSpc>
              <a:spcBef>
                <a:spcPts val="0"/>
              </a:spcBef>
              <a:spcAft>
                <a:spcPts val="0"/>
              </a:spcAft>
              <a:buNone/>
              <a:defRPr/>
            </a:lvl3pPr>
            <a:lvl4pPr marL="0" lvl="3" indent="0" algn="r">
              <a:lnSpc>
                <a:spcPct val="100000"/>
              </a:lnSpc>
              <a:spcBef>
                <a:spcPts val="0"/>
              </a:spcBef>
              <a:spcAft>
                <a:spcPts val="0"/>
              </a:spcAft>
              <a:buNone/>
              <a:defRPr/>
            </a:lvl4pPr>
            <a:lvl5pPr marL="0" lvl="4" indent="0" algn="r">
              <a:lnSpc>
                <a:spcPct val="100000"/>
              </a:lnSpc>
              <a:spcBef>
                <a:spcPts val="0"/>
              </a:spcBef>
              <a:spcAft>
                <a:spcPts val="0"/>
              </a:spcAft>
              <a:buNone/>
              <a:defRPr/>
            </a:lvl5pPr>
            <a:lvl6pPr marL="0" lvl="5" indent="0" algn="r">
              <a:lnSpc>
                <a:spcPct val="100000"/>
              </a:lnSpc>
              <a:spcBef>
                <a:spcPts val="0"/>
              </a:spcBef>
              <a:spcAft>
                <a:spcPts val="0"/>
              </a:spcAft>
              <a:buNone/>
              <a:defRPr/>
            </a:lvl6pPr>
            <a:lvl7pPr marL="0" lvl="6" indent="0" algn="r">
              <a:lnSpc>
                <a:spcPct val="100000"/>
              </a:lnSpc>
              <a:spcBef>
                <a:spcPts val="0"/>
              </a:spcBef>
              <a:spcAft>
                <a:spcPts val="0"/>
              </a:spcAft>
              <a:buNone/>
              <a:defRPr/>
            </a:lvl7pPr>
            <a:lvl8pPr marL="0" lvl="7" indent="0" algn="r">
              <a:lnSpc>
                <a:spcPct val="100000"/>
              </a:lnSpc>
              <a:spcBef>
                <a:spcPts val="0"/>
              </a:spcBef>
              <a:spcAft>
                <a:spcPts val="0"/>
              </a:spcAft>
              <a:buNone/>
              <a:defRPr/>
            </a:lvl8pPr>
            <a:lvl9pPr marL="0" lvl="8" indent="0" algn="r">
              <a:lnSpc>
                <a:spcPct val="100000"/>
              </a:lnSpc>
              <a:spcBef>
                <a:spcPts val="0"/>
              </a:spcBef>
              <a:spcAft>
                <a:spcPts val="0"/>
              </a:spcAft>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8"/>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8"/>
          <p:cNvSpPr txBox="1">
            <a:spLocks noGrp="1"/>
          </p:cNvSpPr>
          <p:nvPr>
            <p:ph type="body" idx="1"/>
          </p:nvPr>
        </p:nvSpPr>
        <p:spPr>
          <a:xfrm>
            <a:off x="628650" y="1369219"/>
            <a:ext cx="7886700" cy="326350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8" name="Google Shape;8;p28"/>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SzPts val="1400"/>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9" name="Google Shape;9;p28"/>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SzPts val="1400"/>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10" name="Google Shape;10;p28"/>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
          <p:cNvSpPr txBox="1">
            <a:spLocks noGrp="1"/>
          </p:cNvSpPr>
          <p:nvPr>
            <p:ph type="title"/>
          </p:nvPr>
        </p:nvSpPr>
        <p:spPr>
          <a:xfrm>
            <a:off x="885250" y="860975"/>
            <a:ext cx="4387500" cy="2036400"/>
          </a:xfrm>
          <a:prstGeom prst="rect">
            <a:avLst/>
          </a:prstGeom>
          <a:noFill/>
          <a:ln>
            <a:noFill/>
          </a:ln>
        </p:spPr>
        <p:txBody>
          <a:bodyPr spcFirstLastPara="1" wrap="square" lIns="0" tIns="0" rIns="91425" bIns="0" anchor="t" anchorCtr="0">
            <a:noAutofit/>
          </a:bodyPr>
          <a:lstStyle/>
          <a:p>
            <a:pPr marL="0" lvl="0" indent="0" algn="l" rtl="0">
              <a:lnSpc>
                <a:spcPct val="80000"/>
              </a:lnSpc>
              <a:spcBef>
                <a:spcPts val="0"/>
              </a:spcBef>
              <a:spcAft>
                <a:spcPts val="0"/>
              </a:spcAft>
              <a:buClr>
                <a:srgbClr val="000000"/>
              </a:buClr>
              <a:buSzPts val="3000"/>
              <a:buFont typeface="Comfortaa"/>
              <a:buNone/>
            </a:pPr>
            <a:r>
              <a:rPr lang="en" sz="6000">
                <a:solidFill>
                  <a:srgbClr val="073763"/>
                </a:solidFill>
                <a:latin typeface="Comfortaa"/>
                <a:ea typeface="Comfortaa"/>
                <a:cs typeface="Comfortaa"/>
                <a:sym typeface="Comfortaa"/>
              </a:rPr>
              <a:t>AstroSage Analysis</a:t>
            </a:r>
            <a:endParaRPr sz="6000">
              <a:solidFill>
                <a:srgbClr val="073763"/>
              </a:solidFill>
              <a:latin typeface="Comfortaa"/>
              <a:ea typeface="Comfortaa"/>
              <a:cs typeface="Comfortaa"/>
              <a:sym typeface="Comfortaa"/>
            </a:endParaRPr>
          </a:p>
        </p:txBody>
      </p:sp>
      <p:sp>
        <p:nvSpPr>
          <p:cNvPr id="154" name="Google Shape;154;p1"/>
          <p:cNvSpPr txBox="1">
            <a:spLocks noGrp="1"/>
          </p:cNvSpPr>
          <p:nvPr>
            <p:ph type="subTitle" idx="1"/>
          </p:nvPr>
        </p:nvSpPr>
        <p:spPr>
          <a:xfrm>
            <a:off x="1188600" y="3064200"/>
            <a:ext cx="3383400" cy="1110600"/>
          </a:xfrm>
          <a:prstGeom prst="rect">
            <a:avLst/>
          </a:prstGeom>
          <a:noFill/>
          <a:ln>
            <a:noFill/>
          </a:ln>
        </p:spPr>
        <p:txBody>
          <a:bodyPr spcFirstLastPara="1" wrap="square" lIns="0" tIns="0" rIns="91425" bIns="0" anchor="t" anchorCtr="0">
            <a:noAutofit/>
          </a:bodyPr>
          <a:lstStyle/>
          <a:p>
            <a:pPr marL="0" lvl="0" indent="0" algn="ctr" rtl="0">
              <a:lnSpc>
                <a:spcPct val="100000"/>
              </a:lnSpc>
              <a:spcBef>
                <a:spcPts val="0"/>
              </a:spcBef>
              <a:spcAft>
                <a:spcPts val="0"/>
              </a:spcAft>
              <a:buSzPts val="1100"/>
              <a:buNone/>
            </a:pPr>
            <a:r>
              <a:rPr lang="en" sz="1800" b="1">
                <a:latin typeface="Comfortaa"/>
                <a:ea typeface="Comfortaa"/>
                <a:cs typeface="Comfortaa"/>
                <a:sym typeface="Comfortaa"/>
              </a:rPr>
              <a:t>Vikas Chandrakar</a:t>
            </a:r>
            <a:endParaRPr sz="1800" b="1">
              <a:latin typeface="Comfortaa"/>
              <a:ea typeface="Comfortaa"/>
              <a:cs typeface="Comfortaa"/>
              <a:sym typeface="Comfortaa"/>
            </a:endParaRPr>
          </a:p>
          <a:p>
            <a:pPr marL="0" lvl="0" indent="0" algn="ctr" rtl="0">
              <a:lnSpc>
                <a:spcPct val="100000"/>
              </a:lnSpc>
              <a:spcBef>
                <a:spcPts val="0"/>
              </a:spcBef>
              <a:spcAft>
                <a:spcPts val="0"/>
              </a:spcAft>
              <a:buSzPts val="1100"/>
              <a:buNone/>
            </a:pPr>
            <a:endParaRPr sz="1800" b="1">
              <a:latin typeface="Comfortaa"/>
              <a:ea typeface="Comfortaa"/>
              <a:cs typeface="Comfortaa"/>
              <a:sym typeface="Comfortaa"/>
            </a:endParaRPr>
          </a:p>
          <a:p>
            <a:pPr marL="0" lvl="0" indent="0" algn="ctr" rtl="0">
              <a:lnSpc>
                <a:spcPct val="100000"/>
              </a:lnSpc>
              <a:spcBef>
                <a:spcPts val="0"/>
              </a:spcBef>
              <a:spcAft>
                <a:spcPts val="0"/>
              </a:spcAft>
              <a:buSzPts val="1100"/>
              <a:buNone/>
            </a:pPr>
            <a:r>
              <a:rPr lang="en" sz="1200">
                <a:latin typeface="Comfortaa Medium"/>
                <a:ea typeface="Comfortaa Medium"/>
                <a:cs typeface="Comfortaa Medium"/>
                <a:sym typeface="Comfortaa Medium"/>
              </a:rPr>
              <a:t>05-November-2025</a:t>
            </a:r>
            <a:endParaRPr sz="1200">
              <a:latin typeface="Comfortaa Medium"/>
              <a:ea typeface="Comfortaa Medium"/>
              <a:cs typeface="Comfortaa Medium"/>
              <a:sym typeface="Comfortaa Medium"/>
            </a:endParaRPr>
          </a:p>
          <a:p>
            <a:pPr marL="0" lvl="0" indent="0" algn="l" rtl="0">
              <a:lnSpc>
                <a:spcPct val="115000"/>
              </a:lnSpc>
              <a:spcBef>
                <a:spcPts val="0"/>
              </a:spcBef>
              <a:spcAft>
                <a:spcPts val="0"/>
              </a:spcAft>
              <a:buSzPts val="1100"/>
              <a:buNone/>
            </a:pPr>
            <a:endParaRPr/>
          </a:p>
        </p:txBody>
      </p:sp>
      <p:pic>
        <p:nvPicPr>
          <p:cNvPr id="155" name="Google Shape;155;p1"/>
          <p:cNvPicPr preferRelativeResize="0"/>
          <p:nvPr/>
        </p:nvPicPr>
        <p:blipFill rotWithShape="1">
          <a:blip r:embed="rId3">
            <a:alphaModFix/>
          </a:blip>
          <a:srcRect l="31" t="9" r="47" b="27"/>
          <a:stretch/>
        </p:blipFill>
        <p:spPr>
          <a:xfrm>
            <a:off x="5733100" y="782275"/>
            <a:ext cx="3198423" cy="357635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 descr="Spaces to add section titles"/>
          <p:cNvSpPr txBox="1">
            <a:spLocks noGrp="1"/>
          </p:cNvSpPr>
          <p:nvPr>
            <p:ph type="subTitle" idx="1"/>
          </p:nvPr>
        </p:nvSpPr>
        <p:spPr>
          <a:xfrm>
            <a:off x="92250" y="118750"/>
            <a:ext cx="8959500" cy="452700"/>
          </a:xfrm>
          <a:prstGeom prst="rect">
            <a:avLst/>
          </a:prstGeom>
          <a:noFill/>
          <a:ln>
            <a:noFill/>
          </a:ln>
        </p:spPr>
        <p:txBody>
          <a:bodyPr spcFirstLastPara="1" wrap="square" lIns="0" tIns="0" rIns="91425" bIns="0" anchor="t" anchorCtr="0">
            <a:noAutofit/>
          </a:bodyPr>
          <a:lstStyle/>
          <a:p>
            <a:pPr marL="0" lvl="0" indent="0" algn="ctr" rtl="0">
              <a:lnSpc>
                <a:spcPct val="80000"/>
              </a:lnSpc>
              <a:spcBef>
                <a:spcPts val="0"/>
              </a:spcBef>
              <a:spcAft>
                <a:spcPts val="0"/>
              </a:spcAft>
              <a:buSzPts val="1000"/>
              <a:buNone/>
            </a:pPr>
            <a:r>
              <a:rPr lang="en">
                <a:solidFill>
                  <a:srgbClr val="1E4E79"/>
                </a:solidFill>
                <a:latin typeface="Comfortaa Medium"/>
                <a:ea typeface="Comfortaa Medium"/>
                <a:cs typeface="Comfortaa Medium"/>
                <a:sym typeface="Comfortaa Medium"/>
              </a:rPr>
              <a:t>About AtstroSage</a:t>
            </a:r>
            <a:endParaRPr>
              <a:solidFill>
                <a:srgbClr val="1E4E79"/>
              </a:solidFill>
              <a:latin typeface="Comfortaa Medium"/>
              <a:ea typeface="Comfortaa Medium"/>
              <a:cs typeface="Comfortaa Medium"/>
              <a:sym typeface="Comfortaa Medium"/>
            </a:endParaRPr>
          </a:p>
        </p:txBody>
      </p:sp>
      <p:sp>
        <p:nvSpPr>
          <p:cNvPr id="161" name="Google Shape;161;p2"/>
          <p:cNvSpPr txBox="1"/>
          <p:nvPr/>
        </p:nvSpPr>
        <p:spPr>
          <a:xfrm>
            <a:off x="1559098" y="571450"/>
            <a:ext cx="7166400" cy="1408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Company overview - AstroSage</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Industry: Digital astrology and spiritual services</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Headquarters: Noida, India</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Ownership: Operated by Ojas Softech Pvt. Ltd.</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Founded: Mid-2000s (public sources indicate the portal launched in the 2000s)</a:t>
            </a:r>
            <a:endParaRPr sz="1200" b="0" i="0" u="none" strike="noStrike" cap="none">
              <a:solidFill>
                <a:schemeClr val="dk1"/>
              </a:solidFill>
              <a:latin typeface="Comfortaa"/>
              <a:ea typeface="Comfortaa"/>
              <a:cs typeface="Comfortaa"/>
              <a:sym typeface="Comfortaa"/>
            </a:endParaRPr>
          </a:p>
          <a:p>
            <a:pPr marL="0" marR="0" lvl="0" indent="0" algn="l" rtl="0">
              <a:lnSpc>
                <a:spcPct val="150000"/>
              </a:lnSpc>
              <a:spcBef>
                <a:spcPts val="0"/>
              </a:spcBef>
              <a:spcAft>
                <a:spcPts val="0"/>
              </a:spcAft>
              <a:buClr>
                <a:srgbClr val="000000"/>
              </a:buClr>
              <a:buSzPts val="1200"/>
              <a:buFont typeface="Arial"/>
              <a:buNone/>
            </a:pPr>
            <a:r>
              <a:rPr lang="en" sz="1200" b="0" i="0" u="none" strike="noStrike" cap="none">
                <a:solidFill>
                  <a:schemeClr val="dk1"/>
                </a:solidFill>
                <a:latin typeface="Comfortaa"/>
                <a:ea typeface="Comfortaa"/>
                <a:cs typeface="Comfortaa"/>
                <a:sym typeface="Comfortaa"/>
              </a:rPr>
              <a:t>Website: www.astrosage.com</a:t>
            </a:r>
            <a:endParaRPr sz="1200" b="0" i="0" u="none" strike="noStrike" cap="none">
              <a:solidFill>
                <a:schemeClr val="dk1"/>
              </a:solidFill>
              <a:latin typeface="Lato"/>
              <a:ea typeface="Lato"/>
              <a:cs typeface="Lato"/>
              <a:sym typeface="Lato"/>
            </a:endParaRPr>
          </a:p>
        </p:txBody>
      </p:sp>
      <p:pic>
        <p:nvPicPr>
          <p:cNvPr id="162" name="Google Shape;162;p2"/>
          <p:cNvPicPr preferRelativeResize="0"/>
          <p:nvPr/>
        </p:nvPicPr>
        <p:blipFill rotWithShape="1">
          <a:blip r:embed="rId3">
            <a:alphaModFix/>
          </a:blip>
          <a:srcRect l="31" t="9" r="47" b="27"/>
          <a:stretch/>
        </p:blipFill>
        <p:spPr>
          <a:xfrm>
            <a:off x="269811" y="571450"/>
            <a:ext cx="1230838" cy="1376251"/>
          </a:xfrm>
          <a:prstGeom prst="rect">
            <a:avLst/>
          </a:prstGeom>
          <a:noFill/>
          <a:ln>
            <a:noFill/>
          </a:ln>
        </p:spPr>
      </p:pic>
      <p:sp>
        <p:nvSpPr>
          <p:cNvPr id="163" name="Google Shape;163;p2"/>
          <p:cNvSpPr txBox="1"/>
          <p:nvPr/>
        </p:nvSpPr>
        <p:spPr>
          <a:xfrm>
            <a:off x="283498" y="2985742"/>
            <a:ext cx="8442000" cy="1763875"/>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1800" b="1" i="0" u="none" strike="noStrike" cap="none">
                <a:solidFill>
                  <a:schemeClr val="dk1"/>
                </a:solidFill>
                <a:latin typeface="Comfortaa"/>
                <a:ea typeface="Comfortaa"/>
                <a:cs typeface="Comfortaa"/>
                <a:sym typeface="Comfortaa"/>
              </a:rPr>
              <a:t>What the company does</a:t>
            </a:r>
            <a:endParaRPr sz="1800" b="1" i="0" u="none" strike="noStrike" cap="none">
              <a:solidFill>
                <a:schemeClr val="dk1"/>
              </a:solidFill>
              <a:latin typeface="Comfortaa"/>
              <a:ea typeface="Comfortaa"/>
              <a:cs typeface="Comfortaa"/>
              <a:sym typeface="Comfortaa"/>
            </a:endParaRPr>
          </a:p>
          <a:p>
            <a:pPr marL="171450" marR="0" lvl="0" indent="-10795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omfortaa"/>
              <a:ea typeface="Comfortaa"/>
              <a:cs typeface="Comfortaa"/>
              <a:sym typeface="Comfortaa"/>
            </a:endParaRPr>
          </a:p>
          <a:p>
            <a:pPr marL="323850" marR="0" lvl="0" indent="-171450" algn="l" rtl="0">
              <a:lnSpc>
                <a:spcPct val="15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Provides Vedic astrology tools and content.</a:t>
            </a:r>
            <a:endParaRPr sz="1200" b="0" i="0" u="none" strike="noStrike" cap="none">
              <a:solidFill>
                <a:schemeClr val="dk1"/>
              </a:solidFill>
              <a:latin typeface="Comfortaa"/>
              <a:ea typeface="Comfortaa"/>
              <a:cs typeface="Comfortaa"/>
              <a:sym typeface="Comfortaa"/>
            </a:endParaRPr>
          </a:p>
          <a:p>
            <a:pPr marL="323850" marR="0" lvl="0" indent="-171450" algn="l" rtl="0">
              <a:lnSpc>
                <a:spcPct val="15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Offers consultations with astrologers via its marketplace (AstroSage Varta) and detailed paid reports (e.g., Brihat Kundli).</a:t>
            </a:r>
            <a:endParaRPr sz="1200" b="0" i="0" u="none" strike="noStrike" cap="none">
              <a:solidFill>
                <a:schemeClr val="dk1"/>
              </a:solidFill>
              <a:latin typeface="Comfortaa"/>
              <a:ea typeface="Comfortaa"/>
              <a:cs typeface="Comfortaa"/>
              <a:sym typeface="Comfortaa"/>
            </a:endParaRPr>
          </a:p>
          <a:p>
            <a:pPr marL="323850" marR="0" lvl="0" indent="-171450" algn="l" rtl="0">
              <a:lnSpc>
                <a:spcPct val="15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Sells spiritual products and remedies.</a:t>
            </a:r>
            <a:endParaRPr sz="1200" b="0" i="0" u="none" strike="noStrike" cap="none">
              <a:solidFill>
                <a:schemeClr val="dk1"/>
              </a:solidFill>
              <a:latin typeface="Comfortaa"/>
              <a:ea typeface="Comfortaa"/>
              <a:cs typeface="Comfortaa"/>
              <a:sym typeface="Comforta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3"/>
          <p:cNvSpPr txBox="1"/>
          <p:nvPr/>
        </p:nvSpPr>
        <p:spPr>
          <a:xfrm>
            <a:off x="330975" y="122774"/>
            <a:ext cx="8419500" cy="1477297"/>
          </a:xfrm>
          <a:prstGeom prst="rect">
            <a:avLst/>
          </a:prstGeom>
          <a:noFill/>
          <a:ln>
            <a:noFill/>
          </a:ln>
        </p:spPr>
        <p:txBody>
          <a:bodyPr spcFirstLastPara="1" wrap="square" lIns="91425" tIns="91425" rIns="91425" bIns="91425" anchor="t" anchorCtr="0">
            <a:spAutoFit/>
          </a:bodyPr>
          <a:lstStyle/>
          <a:p>
            <a:pPr marL="0" marR="0" lvl="0" indent="0" algn="ctr" rtl="0">
              <a:lnSpc>
                <a:spcPct val="150000"/>
              </a:lnSpc>
              <a:spcBef>
                <a:spcPts val="0"/>
              </a:spcBef>
              <a:spcAft>
                <a:spcPts val="0"/>
              </a:spcAft>
              <a:buClr>
                <a:srgbClr val="000000"/>
              </a:buClr>
              <a:buSzPts val="1800"/>
              <a:buFont typeface="Arial"/>
              <a:buNone/>
            </a:pPr>
            <a:r>
              <a:rPr lang="en" sz="2400" b="1" i="0" u="none" strike="noStrike" cap="none">
                <a:solidFill>
                  <a:srgbClr val="1E4E79"/>
                </a:solidFill>
                <a:latin typeface="Comfortaa"/>
                <a:ea typeface="Comfortaa"/>
                <a:cs typeface="Comfortaa"/>
                <a:sym typeface="Comfortaa"/>
              </a:rPr>
              <a:t>Problem Statement</a:t>
            </a:r>
            <a:endParaRPr sz="2800" b="1" i="0" u="none" strike="noStrike" cap="none">
              <a:solidFill>
                <a:srgbClr val="1E4E79"/>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800"/>
              <a:buFont typeface="Arial"/>
              <a:buNone/>
            </a:pPr>
            <a:r>
              <a:rPr lang="en" sz="1200" b="0" i="0" u="none" strike="noStrike" cap="none">
                <a:solidFill>
                  <a:schemeClr val="dk1"/>
                </a:solidFill>
                <a:latin typeface="Comfortaa"/>
                <a:ea typeface="Comfortaa"/>
                <a:cs typeface="Comfortaa"/>
                <a:sym typeface="Comfortaa"/>
              </a:rPr>
              <a:t>AstroSage has received a 1 crore investment and aims to optimize its call center operations. The goal is to determine how to allocate this investment to maximize operational efficiency, customer satisfaction, and profitability. The analysis will consider historical call data, performance metrics, and market trends to make informed decisions.</a:t>
            </a:r>
            <a:endParaRPr sz="1200" b="0" i="0" u="none" strike="noStrike" cap="none">
              <a:solidFill>
                <a:schemeClr val="dk1"/>
              </a:solidFill>
              <a:latin typeface="Comfortaa"/>
              <a:ea typeface="Comfortaa"/>
              <a:cs typeface="Comfortaa"/>
              <a:sym typeface="Comfortaa"/>
            </a:endParaRPr>
          </a:p>
        </p:txBody>
      </p:sp>
      <p:pic>
        <p:nvPicPr>
          <p:cNvPr id="169" name="Google Shape;169;p3"/>
          <p:cNvPicPr preferRelativeResize="0"/>
          <p:nvPr/>
        </p:nvPicPr>
        <p:blipFill rotWithShape="1">
          <a:blip r:embed="rId3">
            <a:alphaModFix/>
          </a:blip>
          <a:srcRect/>
          <a:stretch/>
        </p:blipFill>
        <p:spPr>
          <a:xfrm>
            <a:off x="330975" y="1777869"/>
            <a:ext cx="8470425" cy="285125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4" descr="Spaces to add section titles"/>
          <p:cNvSpPr txBox="1">
            <a:spLocks noGrp="1"/>
          </p:cNvSpPr>
          <p:nvPr>
            <p:ph type="subTitle" idx="4294967295"/>
          </p:nvPr>
        </p:nvSpPr>
        <p:spPr>
          <a:xfrm>
            <a:off x="132985" y="92017"/>
            <a:ext cx="8942388" cy="526273"/>
          </a:xfrm>
          <a:prstGeom prst="rect">
            <a:avLst/>
          </a:prstGeom>
          <a:noFill/>
          <a:ln>
            <a:noFill/>
          </a:ln>
        </p:spPr>
        <p:txBody>
          <a:bodyPr spcFirstLastPara="1" wrap="square" lIns="0" tIns="0" rIns="91425" bIns="0" anchor="t" anchorCtr="0">
            <a:noAutofit/>
          </a:bodyPr>
          <a:lstStyle/>
          <a:p>
            <a:pPr marL="0" marR="0" lvl="0" indent="0" algn="ctr" rtl="0">
              <a:lnSpc>
                <a:spcPct val="80000"/>
              </a:lnSpc>
              <a:spcBef>
                <a:spcPts val="0"/>
              </a:spcBef>
              <a:spcAft>
                <a:spcPts val="0"/>
              </a:spcAft>
              <a:buClr>
                <a:srgbClr val="1E4E79"/>
              </a:buClr>
              <a:buSzPts val="1000"/>
              <a:buFont typeface="Arial"/>
              <a:buNone/>
            </a:pPr>
            <a:r>
              <a:rPr lang="en" sz="2400" b="1" i="0" u="none" strike="noStrike" cap="none">
                <a:solidFill>
                  <a:srgbClr val="1E4E79"/>
                </a:solidFill>
                <a:latin typeface="Comfortaa Medium"/>
                <a:ea typeface="Comfortaa Medium"/>
                <a:cs typeface="Comfortaa Medium"/>
                <a:sym typeface="Comfortaa Medium"/>
              </a:rPr>
              <a:t>Data Overview</a:t>
            </a:r>
            <a:endParaRPr sz="2400" b="1" i="0" u="none" strike="noStrike" cap="none">
              <a:solidFill>
                <a:srgbClr val="1E4E79"/>
              </a:solidFill>
              <a:latin typeface="Comfortaa Medium"/>
              <a:ea typeface="Comfortaa Medium"/>
              <a:cs typeface="Comfortaa Medium"/>
              <a:sym typeface="Comfortaa Medium"/>
            </a:endParaRPr>
          </a:p>
        </p:txBody>
      </p:sp>
      <p:sp>
        <p:nvSpPr>
          <p:cNvPr id="175" name="Google Shape;175;p4"/>
          <p:cNvSpPr txBox="1"/>
          <p:nvPr/>
        </p:nvSpPr>
        <p:spPr>
          <a:xfrm>
            <a:off x="218500" y="1652051"/>
            <a:ext cx="5712402" cy="1200288"/>
          </a:xfrm>
          <a:prstGeom prst="rect">
            <a:avLst/>
          </a:prstGeom>
          <a:noFill/>
          <a:ln>
            <a:noFill/>
          </a:ln>
        </p:spPr>
        <p:txBody>
          <a:bodyPr spcFirstLastPara="1" wrap="square" lIns="91425" tIns="45700" rIns="91425" bIns="45700" anchor="t" anchorCtr="0">
            <a:spAutoFit/>
          </a:bodyPr>
          <a:lstStyle/>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2,790 unique users served by 305 gurus.</a:t>
            </a:r>
            <a:endParaRPr sz="1200" b="0" i="0" u="none" strike="noStrike" cap="none" dirty="0">
              <a:solidFill>
                <a:srgbClr val="000000"/>
              </a:solidFill>
              <a:latin typeface="Comfortaa"/>
              <a:ea typeface="Comfortaa"/>
              <a:cs typeface="Comfortaa"/>
              <a:sym typeface="Comfortaa"/>
            </a:endParaRPr>
          </a:p>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Covers 34 days of data from India.</a:t>
            </a:r>
            <a:endParaRPr sz="1200" b="0" i="0" u="none" strike="noStrike" cap="none" dirty="0">
              <a:solidFill>
                <a:srgbClr val="000000"/>
              </a:solidFill>
              <a:latin typeface="Comfortaa"/>
              <a:ea typeface="Comfortaa"/>
              <a:cs typeface="Comfortaa"/>
              <a:sym typeface="Comfortaa"/>
            </a:endParaRPr>
          </a:p>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8,512 total calls (41% completed, 14% failed, 10% incomplete).</a:t>
            </a:r>
            <a:endParaRPr sz="1200" b="0" i="0" u="none" strike="noStrike" cap="none" dirty="0">
              <a:solidFill>
                <a:srgbClr val="000000"/>
              </a:solidFill>
              <a:latin typeface="Comfortaa"/>
              <a:ea typeface="Comfortaa"/>
              <a:cs typeface="Comfortaa"/>
              <a:sym typeface="Comfortaa"/>
            </a:endParaRPr>
          </a:p>
          <a:p>
            <a:pPr marL="171450" marR="0" lvl="0" indent="-171450" algn="l" rtl="0">
              <a:lnSpc>
                <a:spcPct val="150000"/>
              </a:lnSpc>
              <a:spcBef>
                <a:spcPts val="0"/>
              </a:spcBef>
              <a:spcAft>
                <a:spcPts val="0"/>
              </a:spcAft>
              <a:buClr>
                <a:srgbClr val="000000"/>
              </a:buClr>
              <a:buSzPts val="2400"/>
              <a:buFont typeface="Arial"/>
              <a:buChar char="•"/>
            </a:pPr>
            <a:r>
              <a:rPr lang="en" sz="1200" b="0" i="0" u="none" strike="noStrike" cap="none" dirty="0">
                <a:solidFill>
                  <a:srgbClr val="000000"/>
                </a:solidFill>
                <a:latin typeface="Comfortaa"/>
                <a:ea typeface="Comfortaa"/>
                <a:cs typeface="Comfortaa"/>
                <a:sym typeface="Comfortaa"/>
              </a:rPr>
              <a:t>Data used to analyze customer trends and optimize operations.</a:t>
            </a:r>
            <a:endParaRPr sz="1200" b="0" i="0" u="none" strike="noStrike" cap="none" dirty="0">
              <a:solidFill>
                <a:srgbClr val="000000"/>
              </a:solidFill>
              <a:latin typeface="Comfortaa"/>
              <a:ea typeface="Comfortaa"/>
              <a:cs typeface="Comfortaa"/>
              <a:sym typeface="Comfortaa"/>
            </a:endParaRPr>
          </a:p>
        </p:txBody>
      </p:sp>
      <p:pic>
        <p:nvPicPr>
          <p:cNvPr id="176" name="Google Shape;176;p4" descr="8,500+ Database Logo Stock Illustrations, Royalty-Free Vector Graphics &amp;  Clip Art - iStock"/>
          <p:cNvPicPr preferRelativeResize="0"/>
          <p:nvPr/>
        </p:nvPicPr>
        <p:blipFill rotWithShape="1">
          <a:blip r:embed="rId3">
            <a:alphaModFix/>
          </a:blip>
          <a:srcRect/>
          <a:stretch/>
        </p:blipFill>
        <p:spPr>
          <a:xfrm>
            <a:off x="5792106" y="1078761"/>
            <a:ext cx="3283267" cy="328326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5"/>
          <p:cNvSpPr txBox="1"/>
          <p:nvPr/>
        </p:nvSpPr>
        <p:spPr>
          <a:xfrm>
            <a:off x="1161272" y="133235"/>
            <a:ext cx="6255527" cy="369332"/>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2400" b="1" i="0" u="none" strike="noStrike" cap="none">
                <a:solidFill>
                  <a:srgbClr val="1E4E79"/>
                </a:solidFill>
                <a:latin typeface="Comfortaa"/>
                <a:ea typeface="Comfortaa"/>
                <a:cs typeface="Comfortaa"/>
                <a:sym typeface="Comfortaa"/>
              </a:rPr>
              <a:t>Data Cleaning and Pre-processing</a:t>
            </a:r>
            <a:endParaRPr sz="2400" b="1" i="0" u="none" strike="noStrike" cap="none">
              <a:solidFill>
                <a:srgbClr val="1E4E79"/>
              </a:solidFill>
              <a:latin typeface="Comfortaa"/>
              <a:ea typeface="Comfortaa"/>
              <a:cs typeface="Comfortaa"/>
              <a:sym typeface="Comfortaa"/>
            </a:endParaRPr>
          </a:p>
        </p:txBody>
      </p:sp>
      <p:sp>
        <p:nvSpPr>
          <p:cNvPr id="182" name="Google Shape;182;p5"/>
          <p:cNvSpPr txBox="1"/>
          <p:nvPr/>
        </p:nvSpPr>
        <p:spPr>
          <a:xfrm>
            <a:off x="123755" y="1062662"/>
            <a:ext cx="5097000" cy="3509337"/>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1"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Handle missing values and blank data cells across the dataset. </a:t>
            </a:r>
            <a:endParaRPr sz="1200" b="0" i="0" u="none" strike="noStrike" cap="none" dirty="0">
              <a:solidFill>
                <a:schemeClr val="dk1"/>
              </a:solidFill>
              <a:latin typeface="Comfortaa"/>
              <a:ea typeface="Comfortaa"/>
              <a:cs typeface="Comfortaa"/>
              <a:sym typeface="Comfortaa"/>
            </a:endParaRPr>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Normalized date values in day, month and year for daily, monthly and yearly reports.</a:t>
            </a:r>
            <a:endParaRPr dirty="0"/>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This dataset allows for an in- depth understanding of AstroSage market presence and operational scope.</a:t>
            </a:r>
            <a:endParaRPr dirty="0"/>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A good dataset is important to understand the operational cost , customer satisfaction and trend in the sales of call center.</a:t>
            </a:r>
            <a:endParaRPr dirty="0"/>
          </a:p>
          <a:p>
            <a:pPr marL="152400" marR="0" lvl="0" indent="0" algn="l" rtl="0">
              <a:lnSpc>
                <a:spcPct val="100000"/>
              </a:lnSpc>
              <a:spcBef>
                <a:spcPts val="0"/>
              </a:spcBef>
              <a:spcAft>
                <a:spcPts val="0"/>
              </a:spcAft>
              <a:buNone/>
            </a:pPr>
            <a:endParaRPr sz="1200" b="0" i="0" u="none" strike="noStrike" cap="none" dirty="0">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Comfortaa"/>
              <a:buChar char="●"/>
            </a:pPr>
            <a:r>
              <a:rPr lang="en" sz="1200" b="0" i="0" u="none" strike="noStrike" cap="none" dirty="0">
                <a:solidFill>
                  <a:schemeClr val="dk1"/>
                </a:solidFill>
                <a:latin typeface="Comfortaa"/>
                <a:ea typeface="Comfortaa"/>
                <a:cs typeface="Comfortaa"/>
                <a:sym typeface="Comfortaa"/>
              </a:rPr>
              <a:t>This dataset enable us to predict and suggest future investments to grow the sales Turnover.</a:t>
            </a:r>
            <a:endParaRPr sz="1200" b="0" i="0" u="none" strike="noStrike" cap="none" dirty="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dirty="0">
              <a:solidFill>
                <a:schemeClr val="dk1"/>
              </a:solidFill>
              <a:latin typeface="Comfortaa"/>
              <a:ea typeface="Comfortaa"/>
              <a:cs typeface="Comfortaa"/>
              <a:sym typeface="Comfortaa"/>
            </a:endParaRPr>
          </a:p>
        </p:txBody>
      </p:sp>
      <p:pic>
        <p:nvPicPr>
          <p:cNvPr id="183" name="Google Shape;183;p5" descr="Data cleaning - Free electronics icons"/>
          <p:cNvPicPr preferRelativeResize="0"/>
          <p:nvPr/>
        </p:nvPicPr>
        <p:blipFill rotWithShape="1">
          <a:blip r:embed="rId3">
            <a:alphaModFix/>
          </a:blip>
          <a:srcRect/>
          <a:stretch/>
        </p:blipFill>
        <p:spPr>
          <a:xfrm>
            <a:off x="6021282" y="1246082"/>
            <a:ext cx="2438400" cy="24384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6" descr="Space to add the employee's name"/>
          <p:cNvSpPr txBox="1">
            <a:spLocks noGrp="1"/>
          </p:cNvSpPr>
          <p:nvPr>
            <p:ph type="title"/>
          </p:nvPr>
        </p:nvSpPr>
        <p:spPr>
          <a:xfrm>
            <a:off x="301837" y="1168765"/>
            <a:ext cx="5386800" cy="3286200"/>
          </a:xfrm>
          <a:prstGeom prst="rect">
            <a:avLst/>
          </a:prstGeom>
          <a:noFill/>
          <a:ln>
            <a:noFill/>
          </a:ln>
        </p:spPr>
        <p:txBody>
          <a:bodyPr spcFirstLastPara="1" wrap="square" lIns="0" tIns="0" rIns="91425" bIns="0" anchor="t" anchorCtr="0">
            <a:noAutofit/>
          </a:bodyPr>
          <a:lstStyle/>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Data Cleaning - Used spreadsheets functions like trim and Removing duplicates for data cleaning.</a:t>
            </a:r>
            <a:endParaRPr sz="1200" b="0" dirty="0">
              <a:latin typeface="Comfortaa"/>
              <a:ea typeface="Comfortaa"/>
              <a:cs typeface="Comfortaa"/>
              <a:sym typeface="Comfortaa"/>
            </a:endParaRPr>
          </a:p>
          <a:p>
            <a:pPr marL="800100" lvl="0" indent="-171450" algn="l" rtl="0">
              <a:lnSpc>
                <a:spcPct val="100000"/>
              </a:lnSpc>
              <a:spcBef>
                <a:spcPts val="0"/>
              </a:spcBef>
              <a:spcAft>
                <a:spcPts val="0"/>
              </a:spcAft>
              <a:buClr>
                <a:schemeClr val="dk1"/>
              </a:buClr>
              <a:buSzPts val="3600"/>
              <a:buFont typeface="Arial" panose="020B0604020202020204" pitchFamily="34" charset="0"/>
              <a:buChar char="•"/>
            </a:pPr>
            <a:endParaRPr sz="1200" b="0" dirty="0">
              <a:latin typeface="Comfortaa"/>
              <a:ea typeface="Comfortaa"/>
              <a:cs typeface="Comfortaa"/>
              <a:sym typeface="Comfortaa"/>
            </a:endParaRPr>
          </a:p>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Data Enrichment - Added new variables using Date functions for better analysis .</a:t>
            </a:r>
            <a:endParaRPr sz="1200" b="0" dirty="0">
              <a:latin typeface="Comfortaa"/>
              <a:ea typeface="Comfortaa"/>
              <a:cs typeface="Comfortaa"/>
              <a:sym typeface="Comfortaa"/>
            </a:endParaRPr>
          </a:p>
          <a:p>
            <a:pPr marL="800100" lvl="0" indent="-171450" algn="l" rtl="0">
              <a:lnSpc>
                <a:spcPct val="100000"/>
              </a:lnSpc>
              <a:spcBef>
                <a:spcPts val="0"/>
              </a:spcBef>
              <a:spcAft>
                <a:spcPts val="0"/>
              </a:spcAft>
              <a:buClr>
                <a:schemeClr val="dk1"/>
              </a:buClr>
              <a:buSzPts val="3600"/>
              <a:buFont typeface="Arial" panose="020B0604020202020204" pitchFamily="34" charset="0"/>
              <a:buChar char="•"/>
            </a:pPr>
            <a:endParaRPr sz="1200" b="0" dirty="0">
              <a:latin typeface="Comfortaa"/>
              <a:ea typeface="Comfortaa"/>
              <a:cs typeface="Comfortaa"/>
              <a:sym typeface="Comfortaa"/>
            </a:endParaRPr>
          </a:p>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Customer Segmentation - Used Sorting and Filtering to classify customers based on consultation type and summarizing key metrics and Identifying connection patterns across different metrics and product categories.</a:t>
            </a:r>
            <a:endParaRPr sz="1200" b="0" dirty="0">
              <a:latin typeface="Comfortaa"/>
              <a:ea typeface="Comfortaa"/>
              <a:cs typeface="Comfortaa"/>
              <a:sym typeface="Comfortaa"/>
            </a:endParaRPr>
          </a:p>
          <a:p>
            <a:pPr marL="628650" lvl="0" indent="-171450" algn="l" rtl="0">
              <a:lnSpc>
                <a:spcPct val="100000"/>
              </a:lnSpc>
              <a:spcBef>
                <a:spcPts val="0"/>
              </a:spcBef>
              <a:spcAft>
                <a:spcPts val="0"/>
              </a:spcAft>
              <a:buClr>
                <a:schemeClr val="dk1"/>
              </a:buClr>
              <a:buSzPts val="3600"/>
              <a:buFont typeface="Arial" panose="020B0604020202020204" pitchFamily="34" charset="0"/>
              <a:buChar char="•"/>
            </a:pPr>
            <a:endParaRPr sz="1200" b="0" dirty="0">
              <a:latin typeface="Comfortaa"/>
              <a:ea typeface="Comfortaa"/>
              <a:cs typeface="Comfortaa"/>
              <a:sym typeface="Comfortaa"/>
            </a:endParaRPr>
          </a:p>
          <a:p>
            <a:pPr marL="323850" lvl="0" indent="-171450" algn="l" rtl="0">
              <a:lnSpc>
                <a:spcPct val="100000"/>
              </a:lnSpc>
              <a:spcBef>
                <a:spcPts val="0"/>
              </a:spcBef>
              <a:spcAft>
                <a:spcPts val="0"/>
              </a:spcAft>
              <a:buClr>
                <a:schemeClr val="dk1"/>
              </a:buClr>
              <a:buSzPts val="1200"/>
              <a:buFont typeface="Arial" panose="020B0604020202020204" pitchFamily="34" charset="0"/>
              <a:buChar char="•"/>
            </a:pPr>
            <a:r>
              <a:rPr lang="en" sz="1200" b="0" dirty="0">
                <a:latin typeface="Comfortaa"/>
                <a:ea typeface="Comfortaa"/>
                <a:cs typeface="Comfortaa"/>
                <a:sym typeface="Comfortaa"/>
              </a:rPr>
              <a:t>Visualization -:Created interactive dashboard using different charts for detailed view of dataset</a:t>
            </a:r>
            <a:r>
              <a:rPr lang="en" sz="1200" b="0" dirty="0" smtClean="0">
                <a:latin typeface="Comfortaa"/>
                <a:ea typeface="Comfortaa"/>
                <a:cs typeface="Comfortaa"/>
                <a:sym typeface="Comfortaa"/>
              </a:rPr>
              <a:t>.</a:t>
            </a:r>
            <a:endParaRPr sz="1200" b="0" dirty="0">
              <a:latin typeface="Comfortaa"/>
              <a:ea typeface="Comfortaa"/>
              <a:cs typeface="Comfortaa"/>
              <a:sym typeface="Comfortaa"/>
            </a:endParaRPr>
          </a:p>
        </p:txBody>
      </p:sp>
      <p:sp>
        <p:nvSpPr>
          <p:cNvPr id="189" name="Google Shape;189;p6" descr="Slide theme title"/>
          <p:cNvSpPr txBox="1">
            <a:spLocks noGrp="1"/>
          </p:cNvSpPr>
          <p:nvPr>
            <p:ph type="title" idx="2"/>
          </p:nvPr>
        </p:nvSpPr>
        <p:spPr>
          <a:xfrm>
            <a:off x="304800" y="196427"/>
            <a:ext cx="8669867" cy="731948"/>
          </a:xfrm>
          <a:prstGeom prst="rect">
            <a:avLst/>
          </a:prstGeom>
          <a:noFill/>
          <a:ln>
            <a:noFill/>
          </a:ln>
        </p:spPr>
        <p:txBody>
          <a:bodyPr spcFirstLastPara="1" wrap="square" lIns="0" tIns="0" rIns="91425" bIns="0" anchor="t" anchorCtr="0">
            <a:noAutofit/>
          </a:bodyPr>
          <a:lstStyle/>
          <a:p>
            <a:pPr marL="0" lvl="0" indent="0" algn="ctr" rtl="0">
              <a:lnSpc>
                <a:spcPct val="80000"/>
              </a:lnSpc>
              <a:spcBef>
                <a:spcPts val="0"/>
              </a:spcBef>
              <a:spcAft>
                <a:spcPts val="0"/>
              </a:spcAft>
              <a:buSzPts val="3200"/>
              <a:buFont typeface="Comfortaa"/>
              <a:buNone/>
            </a:pPr>
            <a:r>
              <a:rPr lang="en" b="1">
                <a:solidFill>
                  <a:srgbClr val="1E4E79"/>
                </a:solidFill>
                <a:latin typeface="Comfortaa"/>
                <a:ea typeface="Comfortaa"/>
                <a:cs typeface="Comfortaa"/>
                <a:sym typeface="Comfortaa"/>
              </a:rPr>
              <a:t>Analytical Approach </a:t>
            </a:r>
            <a:endParaRPr sz="3600" b="1">
              <a:solidFill>
                <a:srgbClr val="1E4E79"/>
              </a:solidFill>
              <a:latin typeface="Comfortaa"/>
              <a:ea typeface="Comfortaa"/>
              <a:cs typeface="Comfortaa"/>
              <a:sym typeface="Comfortaa"/>
            </a:endParaRPr>
          </a:p>
        </p:txBody>
      </p:sp>
      <p:pic>
        <p:nvPicPr>
          <p:cNvPr id="190" name="Google Shape;190;p6" descr="11+ Thousand Data Flow Logo Royalty-Free Images, Stock Photos &amp; Pictures |  Shutterstock"/>
          <p:cNvPicPr preferRelativeResize="0"/>
          <p:nvPr/>
        </p:nvPicPr>
        <p:blipFill rotWithShape="1">
          <a:blip r:embed="rId3">
            <a:alphaModFix/>
          </a:blip>
          <a:srcRect/>
          <a:stretch/>
        </p:blipFill>
        <p:spPr>
          <a:xfrm>
            <a:off x="5685673" y="928375"/>
            <a:ext cx="3181774" cy="31817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7"/>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Day Wise Change in Call Volume</a:t>
            </a:r>
            <a:endParaRPr sz="2400" b="1" i="0" u="none" strike="noStrike" cap="none">
              <a:solidFill>
                <a:srgbClr val="1E4E79"/>
              </a:solidFill>
              <a:latin typeface="Comfortaa"/>
              <a:ea typeface="Comfortaa"/>
              <a:cs typeface="Comfortaa"/>
              <a:sym typeface="Comfortaa"/>
            </a:endParaRPr>
          </a:p>
        </p:txBody>
      </p:sp>
      <p:pic>
        <p:nvPicPr>
          <p:cNvPr id="196" name="Google Shape;196;p7"/>
          <p:cNvPicPr preferRelativeResize="0"/>
          <p:nvPr/>
        </p:nvPicPr>
        <p:blipFill rotWithShape="1">
          <a:blip r:embed="rId3">
            <a:alphaModFix/>
          </a:blip>
          <a:srcRect l="829" t="890" r="976" b="1574"/>
          <a:stretch/>
        </p:blipFill>
        <p:spPr>
          <a:xfrm>
            <a:off x="3552345" y="743361"/>
            <a:ext cx="5499557" cy="3078699"/>
          </a:xfrm>
          <a:prstGeom prst="rect">
            <a:avLst/>
          </a:prstGeom>
          <a:noFill/>
          <a:ln>
            <a:noFill/>
          </a:ln>
        </p:spPr>
      </p:pic>
      <p:sp>
        <p:nvSpPr>
          <p:cNvPr id="197" name="Google Shape;197;p7"/>
          <p:cNvSpPr txBox="1"/>
          <p:nvPr/>
        </p:nvSpPr>
        <p:spPr>
          <a:xfrm>
            <a:off x="299850" y="723200"/>
            <a:ext cx="3042600" cy="3633600"/>
          </a:xfrm>
          <a:prstGeom prst="rect">
            <a:avLst/>
          </a:prstGeom>
          <a:noFill/>
          <a:ln>
            <a:noFill/>
          </a:ln>
        </p:spPr>
        <p:txBody>
          <a:bodyPr spcFirstLastPara="1" wrap="square" lIns="91425" tIns="91425" rIns="91425" bIns="91425" anchor="t" anchorCtr="0">
            <a:noAutofit/>
          </a:bodyPr>
          <a:lstStyle/>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The column chart shows the Day-wise call distribution.</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15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430 calls is the maximum amount of call received on a single day.</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15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On an average the call center receives around 250 calls on a daily basis.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15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15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It also shows the change in call volume day by day.</a:t>
            </a:r>
            <a:endParaRPr sz="1200" b="0" i="0" u="none" strike="noStrike" cap="none">
              <a:solidFill>
                <a:schemeClr val="dk1"/>
              </a:solidFill>
              <a:latin typeface="Comfortaa Medium"/>
              <a:ea typeface="Comfortaa Medium"/>
              <a:cs typeface="Comfortaa Medium"/>
              <a:sym typeface="Comfortaa Medium"/>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8"/>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Revenue Generated By Each Category</a:t>
            </a:r>
            <a:endParaRPr sz="2400" b="1" i="0" u="none" strike="noStrike" cap="none">
              <a:solidFill>
                <a:srgbClr val="1E4E79"/>
              </a:solidFill>
              <a:latin typeface="Comfortaa"/>
              <a:ea typeface="Comfortaa"/>
              <a:cs typeface="Comfortaa"/>
              <a:sym typeface="Comfortaa"/>
            </a:endParaRPr>
          </a:p>
        </p:txBody>
      </p:sp>
      <p:sp>
        <p:nvSpPr>
          <p:cNvPr id="203" name="Google Shape;203;p8"/>
          <p:cNvSpPr txBox="1"/>
          <p:nvPr/>
        </p:nvSpPr>
        <p:spPr>
          <a:xfrm>
            <a:off x="4572000" y="987775"/>
            <a:ext cx="4331700" cy="2585293"/>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Product-wise revenue Pie Chart , presents a detailed insight about the revenue generated by different consultation-types as per the percentage of total revenue.</a:t>
            </a: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majority of sales occur through call segments, with a smaller share coming from chat interactions.</a:t>
            </a:r>
            <a:endParaRPr sz="1200" b="0" i="0" u="none" strike="noStrike" cap="none">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AstroSage should consider adopting advanced technologies and hiring skilled agents to boost the share of complementary and public live calls.</a:t>
            </a:r>
            <a:endParaRPr sz="1200" b="0" i="0" u="none" strike="noStrike" cap="none">
              <a:solidFill>
                <a:schemeClr val="dk1"/>
              </a:solidFill>
              <a:latin typeface="Comfortaa"/>
              <a:ea typeface="Comfortaa"/>
              <a:cs typeface="Comfortaa"/>
              <a:sym typeface="Comfortaa"/>
            </a:endParaRPr>
          </a:p>
        </p:txBody>
      </p:sp>
      <p:graphicFrame>
        <p:nvGraphicFramePr>
          <p:cNvPr id="6" name="Chart 5">
            <a:extLst>
              <a:ext uri="{FF2B5EF4-FFF2-40B4-BE49-F238E27FC236}">
                <a16:creationId xmlns:a16="http://schemas.microsoft.com/office/drawing/2014/main" id="{00000000-0008-0000-0000-000030000000}"/>
              </a:ext>
            </a:extLst>
          </p:cNvPr>
          <p:cNvGraphicFramePr>
            <a:graphicFrameLocks/>
          </p:cNvGraphicFramePr>
          <p:nvPr>
            <p:extLst>
              <p:ext uri="{D42A27DB-BD31-4B8C-83A1-F6EECF244321}">
                <p14:modId xmlns:p14="http://schemas.microsoft.com/office/powerpoint/2010/main" val="863245807"/>
              </p:ext>
            </p:extLst>
          </p:nvPr>
        </p:nvGraphicFramePr>
        <p:xfrm>
          <a:off x="669789" y="1142882"/>
          <a:ext cx="3139114" cy="1981867"/>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9"/>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Website Distribution</a:t>
            </a:r>
            <a:endParaRPr sz="2400" b="1" i="0" u="none" strike="noStrike" cap="none">
              <a:solidFill>
                <a:srgbClr val="1E4E79"/>
              </a:solidFill>
              <a:latin typeface="Comfortaa"/>
              <a:ea typeface="Comfortaa"/>
              <a:cs typeface="Comfortaa"/>
              <a:sym typeface="Comfortaa"/>
            </a:endParaRPr>
          </a:p>
        </p:txBody>
      </p:sp>
      <p:sp>
        <p:nvSpPr>
          <p:cNvPr id="210" name="Google Shape;210;p9"/>
          <p:cNvSpPr txBox="1"/>
          <p:nvPr/>
        </p:nvSpPr>
        <p:spPr>
          <a:xfrm>
            <a:off x="4572000" y="987775"/>
            <a:ext cx="4331700" cy="2724300"/>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website distribution pie chart is presented with the different websites showing count consultations through different website channels.</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least amount of consultations appear from dashboard.</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most amount consultations are  from gurucool.</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p:txBody>
      </p:sp>
      <p:graphicFrame>
        <p:nvGraphicFramePr>
          <p:cNvPr id="5" name="Chart 4">
            <a:extLst>
              <a:ext uri="{FF2B5EF4-FFF2-40B4-BE49-F238E27FC236}">
                <a16:creationId xmlns:a16="http://schemas.microsoft.com/office/drawing/2014/main" id="{00000000-0008-0000-0000-000033000000}"/>
              </a:ext>
            </a:extLst>
          </p:cNvPr>
          <p:cNvGraphicFramePr>
            <a:graphicFrameLocks/>
          </p:cNvGraphicFramePr>
          <p:nvPr>
            <p:extLst>
              <p:ext uri="{D42A27DB-BD31-4B8C-83A1-F6EECF244321}">
                <p14:modId xmlns:p14="http://schemas.microsoft.com/office/powerpoint/2010/main" val="1900562427"/>
              </p:ext>
            </p:extLst>
          </p:nvPr>
        </p:nvGraphicFramePr>
        <p:xfrm>
          <a:off x="519695" y="987776"/>
          <a:ext cx="3539189" cy="2143552"/>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10"/>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Call Status Distribution</a:t>
            </a:r>
            <a:endParaRPr sz="2400" b="1" i="0" u="none" strike="noStrike" cap="none">
              <a:solidFill>
                <a:srgbClr val="1E4E79"/>
              </a:solidFill>
              <a:latin typeface="Comfortaa"/>
              <a:ea typeface="Comfortaa"/>
              <a:cs typeface="Comfortaa"/>
              <a:sym typeface="Comfortaa"/>
            </a:endParaRPr>
          </a:p>
        </p:txBody>
      </p:sp>
      <p:sp>
        <p:nvSpPr>
          <p:cNvPr id="217" name="Google Shape;217;p10"/>
          <p:cNvSpPr txBox="1"/>
          <p:nvPr/>
        </p:nvSpPr>
        <p:spPr>
          <a:xfrm>
            <a:off x="4302285" y="1284226"/>
            <a:ext cx="4550728" cy="2031295"/>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call-status pie chart is presented with the different responses by the user i.e. the end result of consultation.</a:t>
            </a:r>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completed calls are 25% and there are the most amount of failed calls. </a:t>
            </a:r>
            <a:endParaRPr sz="1200" b="0" i="0" u="none" strike="noStrike" cap="none">
              <a:solidFill>
                <a:schemeClr val="dk1"/>
              </a:solidFill>
              <a:latin typeface="Comfortaa"/>
              <a:ea typeface="Comfortaa"/>
              <a:cs typeface="Comfortaa"/>
              <a:sym typeface="Comfortaa"/>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NA represents the consultations done on any other consultation-type than calls.</a:t>
            </a: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p:txBody>
      </p:sp>
      <p:graphicFrame>
        <p:nvGraphicFramePr>
          <p:cNvPr id="5" name="Chart 4">
            <a:extLst>
              <a:ext uri="{FF2B5EF4-FFF2-40B4-BE49-F238E27FC236}">
                <a16:creationId xmlns:a16="http://schemas.microsoft.com/office/drawing/2014/main" id="{00000000-0008-0000-0000-00001A000000}"/>
              </a:ext>
            </a:extLst>
          </p:cNvPr>
          <p:cNvGraphicFramePr>
            <a:graphicFrameLocks/>
          </p:cNvGraphicFramePr>
          <p:nvPr>
            <p:extLst>
              <p:ext uri="{D42A27DB-BD31-4B8C-83A1-F6EECF244321}">
                <p14:modId xmlns:p14="http://schemas.microsoft.com/office/powerpoint/2010/main" val="2894348858"/>
              </p:ext>
            </p:extLst>
          </p:nvPr>
        </p:nvGraphicFramePr>
        <p:xfrm>
          <a:off x="322343" y="1045968"/>
          <a:ext cx="3835218" cy="2105094"/>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1"/>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Chat Status Distribution</a:t>
            </a:r>
            <a:endParaRPr sz="2400" b="1" i="0" u="none" strike="noStrike" cap="none">
              <a:solidFill>
                <a:srgbClr val="1E4E79"/>
              </a:solidFill>
              <a:latin typeface="Comfortaa"/>
              <a:ea typeface="Comfortaa"/>
              <a:cs typeface="Comfortaa"/>
              <a:sym typeface="Comfortaa"/>
            </a:endParaRPr>
          </a:p>
        </p:txBody>
      </p:sp>
      <p:sp>
        <p:nvSpPr>
          <p:cNvPr id="224" name="Google Shape;224;p11"/>
          <p:cNvSpPr txBox="1"/>
          <p:nvPr/>
        </p:nvSpPr>
        <p:spPr>
          <a:xfrm>
            <a:off x="4387803" y="758475"/>
            <a:ext cx="4537571" cy="3185457"/>
          </a:xfrm>
          <a:prstGeom prst="rect">
            <a:avLst/>
          </a:prstGeom>
          <a:noFill/>
          <a:ln>
            <a:noFill/>
          </a:ln>
        </p:spPr>
        <p:txBody>
          <a:bodyPr spcFirstLastPara="1" wrap="square" lIns="91425" tIns="91425" rIns="91425" bIns="91425" anchor="t" anchorCtr="0">
            <a:spAutoFit/>
          </a:bodyPr>
          <a:lstStyle/>
          <a:p>
            <a:pPr marL="457200" marR="0" lvl="0" indent="0" algn="l" rtl="0">
              <a:lnSpc>
                <a:spcPct val="100000"/>
              </a:lnSpc>
              <a:spcBef>
                <a:spcPts val="0"/>
              </a:spcBef>
              <a:spcAft>
                <a:spcPts val="0"/>
              </a:spcAft>
              <a:buNone/>
            </a:pP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chat-status pie chart is presented with the different responses by the user i.e. the end result of consultation.</a:t>
            </a:r>
            <a:endParaRPr/>
          </a:p>
          <a:p>
            <a:pPr marL="133350" marR="0" lvl="0" indent="0" algn="l" rtl="0">
              <a:lnSpc>
                <a:spcPct val="100000"/>
              </a:lnSpc>
              <a:spcBef>
                <a:spcPts val="0"/>
              </a:spcBef>
              <a:spcAft>
                <a:spcPts val="0"/>
              </a:spcAft>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completed chats are 20% and most amount of failed chats 37%. </a:t>
            </a:r>
            <a:endParaRPr sz="1500" b="0" i="0" u="none" strike="noStrike" cap="none">
              <a:solidFill>
                <a:schemeClr val="dk1"/>
              </a:solidFill>
              <a:latin typeface="Comfortaa"/>
              <a:ea typeface="Comfortaa"/>
              <a:cs typeface="Comfortaa"/>
              <a:sym typeface="Comfortaa"/>
            </a:endParaRPr>
          </a:p>
          <a:p>
            <a:pPr marL="133350" marR="0" lvl="0" indent="0" algn="l" rtl="0">
              <a:lnSpc>
                <a:spcPct val="100000"/>
              </a:lnSpc>
              <a:spcBef>
                <a:spcPts val="0"/>
              </a:spcBef>
              <a:spcAft>
                <a:spcPts val="0"/>
              </a:spcAft>
              <a:buNone/>
            </a:pPr>
            <a:endParaRPr sz="15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500" b="0" i="0" u="none" strike="noStrike" cap="none">
                <a:solidFill>
                  <a:schemeClr val="dk1"/>
                </a:solidFill>
                <a:latin typeface="Comfortaa"/>
                <a:ea typeface="Comfortaa"/>
                <a:cs typeface="Comfortaa"/>
                <a:sym typeface="Comfortaa"/>
              </a:rPr>
              <a:t>The On call represents the consultations done on any other consultation-type than calls.</a:t>
            </a:r>
            <a:endParaRPr sz="1500" b="0" i="0" u="none" strike="noStrike" cap="none">
              <a:solidFill>
                <a:schemeClr val="dk1"/>
              </a:solidFill>
              <a:latin typeface="Comfortaa"/>
              <a:ea typeface="Comfortaa"/>
              <a:cs typeface="Comfortaa"/>
              <a:sym typeface="Comfortaa"/>
            </a:endParaRPr>
          </a:p>
          <a:p>
            <a:pPr marL="742950" marR="0" lvl="0" indent="-190500" algn="l"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omfortaa"/>
              <a:ea typeface="Comfortaa"/>
              <a:cs typeface="Comfortaa"/>
              <a:sym typeface="Comfortaa"/>
            </a:endParaRPr>
          </a:p>
        </p:txBody>
      </p:sp>
      <p:graphicFrame>
        <p:nvGraphicFramePr>
          <p:cNvPr id="5" name="Chart 4">
            <a:extLst>
              <a:ext uri="{FF2B5EF4-FFF2-40B4-BE49-F238E27FC236}">
                <a16:creationId xmlns:a16="http://schemas.microsoft.com/office/drawing/2014/main" id="{00000000-0008-0000-0000-00001C000000}"/>
              </a:ext>
            </a:extLst>
          </p:cNvPr>
          <p:cNvGraphicFramePr>
            <a:graphicFrameLocks/>
          </p:cNvGraphicFramePr>
          <p:nvPr>
            <p:extLst>
              <p:ext uri="{D42A27DB-BD31-4B8C-83A1-F6EECF244321}">
                <p14:modId xmlns:p14="http://schemas.microsoft.com/office/powerpoint/2010/main" val="1022942440"/>
              </p:ext>
            </p:extLst>
          </p:nvPr>
        </p:nvGraphicFramePr>
        <p:xfrm>
          <a:off x="425297" y="1228647"/>
          <a:ext cx="3758576" cy="2257914"/>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12"/>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Hourly User Volume</a:t>
            </a:r>
            <a:endParaRPr sz="2400" b="1" i="0" u="none" strike="noStrike" cap="none">
              <a:solidFill>
                <a:srgbClr val="1E4E79"/>
              </a:solidFill>
              <a:latin typeface="Comfortaa"/>
              <a:ea typeface="Comfortaa"/>
              <a:cs typeface="Comfortaa"/>
              <a:sym typeface="Comfortaa"/>
            </a:endParaRPr>
          </a:p>
        </p:txBody>
      </p:sp>
      <p:sp>
        <p:nvSpPr>
          <p:cNvPr id="231" name="Google Shape;231;p12"/>
          <p:cNvSpPr txBox="1"/>
          <p:nvPr/>
        </p:nvSpPr>
        <p:spPr>
          <a:xfrm>
            <a:off x="5644450" y="909450"/>
            <a:ext cx="3281100" cy="3324600"/>
          </a:xfrm>
          <a:prstGeom prst="rect">
            <a:avLst/>
          </a:prstGeom>
          <a:noFill/>
          <a:ln>
            <a:noFill/>
          </a:ln>
        </p:spPr>
        <p:txBody>
          <a:bodyPr spcFirstLastPara="1" wrap="square" lIns="91425" tIns="91425" rIns="91425" bIns="91425" anchor="t" anchorCtr="0">
            <a:spAutoFit/>
          </a:bodyPr>
          <a:lstStyle/>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Given column chart shows hourly call distribution ,according to chart we can see that highest call peak hours starts from 6AM to 4PM.</a:t>
            </a:r>
            <a:endParaRPr sz="1200" b="0" i="0" u="none" strike="noStrike" cap="none">
              <a:solidFill>
                <a:schemeClr val="dk1"/>
              </a:solidFill>
              <a:latin typeface="Comfortaa"/>
              <a:ea typeface="Comfortaa"/>
              <a:cs typeface="Comfortaa"/>
              <a:sym typeface="Comfortaa"/>
            </a:endParaRPr>
          </a:p>
          <a:p>
            <a:pPr marL="10858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More investment can be done in hiring skilled agents and also on implementing Ai-powered chat-bots and CRM technology.</a:t>
            </a:r>
            <a:endParaRPr sz="1200" b="0" i="0" u="none" strike="noStrike" cap="none">
              <a:solidFill>
                <a:schemeClr val="dk1"/>
              </a:solidFill>
              <a:latin typeface="Comfortaa"/>
              <a:ea typeface="Comfortaa"/>
              <a:cs typeface="Comfortaa"/>
              <a:sym typeface="Comfortaa"/>
            </a:endParaRPr>
          </a:p>
          <a:p>
            <a:pPr marL="10858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a:ea typeface="Comfortaa"/>
                <a:cs typeface="Comfortaa"/>
                <a:sym typeface="Comfortaa"/>
              </a:rPr>
              <a:t>Also a well-designed and systematic feedback system and automatic call routing system will attract more users for calls and overall engagements.</a:t>
            </a:r>
            <a:endParaRPr sz="1200" b="0" i="0" u="none" strike="noStrike" cap="none">
              <a:solidFill>
                <a:schemeClr val="dk1"/>
              </a:solidFill>
              <a:latin typeface="Comfortaa"/>
              <a:ea typeface="Comfortaa"/>
              <a:cs typeface="Comfortaa"/>
              <a:sym typeface="Comfortaa"/>
            </a:endParaRPr>
          </a:p>
          <a:p>
            <a:pPr marL="1714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p:txBody>
      </p:sp>
      <p:graphicFrame>
        <p:nvGraphicFramePr>
          <p:cNvPr id="232" name="Google Shape;232;p12"/>
          <p:cNvGraphicFramePr/>
          <p:nvPr/>
        </p:nvGraphicFramePr>
        <p:xfrm>
          <a:off x="381549" y="999920"/>
          <a:ext cx="4717191" cy="2806984"/>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13"/>
          <p:cNvSpPr txBox="1"/>
          <p:nvPr/>
        </p:nvSpPr>
        <p:spPr>
          <a:xfrm>
            <a:off x="34275" y="79200"/>
            <a:ext cx="9072300" cy="413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Guru Rating on the scale of 8</a:t>
            </a:r>
            <a:endParaRPr sz="2400" b="1" i="0" u="none" strike="noStrike" cap="none">
              <a:solidFill>
                <a:srgbClr val="1E4E79"/>
              </a:solidFill>
              <a:latin typeface="Comfortaa"/>
              <a:ea typeface="Comfortaa"/>
              <a:cs typeface="Comfortaa"/>
              <a:sym typeface="Comfortaa"/>
            </a:endParaRPr>
          </a:p>
        </p:txBody>
      </p:sp>
      <p:sp>
        <p:nvSpPr>
          <p:cNvPr id="238" name="Google Shape;238;p13"/>
          <p:cNvSpPr txBox="1"/>
          <p:nvPr/>
        </p:nvSpPr>
        <p:spPr>
          <a:xfrm>
            <a:off x="5783303" y="968505"/>
            <a:ext cx="3148800" cy="2769959"/>
          </a:xfrm>
          <a:prstGeom prst="rect">
            <a:avLst/>
          </a:prstGeom>
          <a:noFill/>
          <a:ln>
            <a:noFill/>
          </a:ln>
        </p:spPr>
        <p:txBody>
          <a:bodyPr spcFirstLastPara="1" wrap="square" lIns="91425" tIns="91425" rIns="91425" bIns="91425" anchor="t" anchorCtr="0">
            <a:spAutoFit/>
          </a:bodyPr>
          <a:lstStyle/>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column chart represents the rating-wise user distribution.</a:t>
            </a:r>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calls consultation needs to be worked on and improve to increase the quality of consultation.</a:t>
            </a:r>
            <a:endParaRPr/>
          </a:p>
          <a:p>
            <a:pPr marL="133350" marR="0" lvl="0" indent="0" algn="l" rtl="0">
              <a:lnSpc>
                <a:spcPct val="100000"/>
              </a:lnSpc>
              <a:spcBef>
                <a:spcPts val="0"/>
              </a:spcBef>
              <a:spcAft>
                <a:spcPts val="0"/>
              </a:spcAft>
              <a:buNone/>
            </a:pPr>
            <a:endParaRPr sz="1200" b="0" i="0" u="none" strike="noStrike" cap="none">
              <a:solidFill>
                <a:schemeClr val="dk1"/>
              </a:solidFill>
              <a:latin typeface="Comfortaa"/>
              <a:ea typeface="Comfortaa"/>
              <a:cs typeface="Comfortaa"/>
              <a:sym typeface="Comfortaa"/>
            </a:endParaRPr>
          </a:p>
          <a:p>
            <a:pPr marL="457200" marR="0" lvl="0" indent="-323850" algn="l" rtl="0">
              <a:lnSpc>
                <a:spcPct val="100000"/>
              </a:lnSpc>
              <a:spcBef>
                <a:spcPts val="0"/>
              </a:spcBef>
              <a:spcAft>
                <a:spcPts val="0"/>
              </a:spcAft>
              <a:buClr>
                <a:schemeClr val="dk1"/>
              </a:buClr>
              <a:buSzPts val="1500"/>
              <a:buFont typeface="Arial"/>
              <a:buChar char="•"/>
            </a:pPr>
            <a:r>
              <a:rPr lang="en" sz="1200" b="0" i="0" u="none" strike="noStrike" cap="none">
                <a:solidFill>
                  <a:schemeClr val="dk1"/>
                </a:solidFill>
                <a:latin typeface="Comfortaa"/>
                <a:ea typeface="Comfortaa"/>
                <a:cs typeface="Comfortaa"/>
                <a:sym typeface="Comfortaa"/>
              </a:rPr>
              <a:t>The ratings given by users that consulted on chats is better than on calls.</a:t>
            </a: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a:p>
            <a:pPr marL="742950" marR="0" lvl="0" indent="-2095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a:ea typeface="Comfortaa"/>
              <a:cs typeface="Comfortaa"/>
              <a:sym typeface="Comfortaa"/>
            </a:endParaRPr>
          </a:p>
        </p:txBody>
      </p:sp>
      <p:graphicFrame>
        <p:nvGraphicFramePr>
          <p:cNvPr id="239" name="Google Shape;239;p13"/>
          <p:cNvGraphicFramePr/>
          <p:nvPr/>
        </p:nvGraphicFramePr>
        <p:xfrm>
          <a:off x="541513" y="863250"/>
          <a:ext cx="4648858" cy="312984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14"/>
          <p:cNvSpPr txBox="1"/>
          <p:nvPr/>
        </p:nvSpPr>
        <p:spPr>
          <a:xfrm>
            <a:off x="34275" y="79200"/>
            <a:ext cx="9072300" cy="487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Strategic Recommendations</a:t>
            </a:r>
            <a:endParaRPr sz="2400" b="1" i="0" u="none" strike="noStrike" cap="none">
              <a:solidFill>
                <a:srgbClr val="1E4E79"/>
              </a:solidFill>
              <a:latin typeface="Comfortaa"/>
              <a:ea typeface="Comfortaa"/>
              <a:cs typeface="Comfortaa"/>
              <a:sym typeface="Comfortaa"/>
            </a:endParaRPr>
          </a:p>
        </p:txBody>
      </p:sp>
      <p:sp>
        <p:nvSpPr>
          <p:cNvPr id="245" name="Google Shape;245;p14"/>
          <p:cNvSpPr txBox="1"/>
          <p:nvPr/>
        </p:nvSpPr>
        <p:spPr>
          <a:xfrm>
            <a:off x="414524" y="1020950"/>
            <a:ext cx="4495200" cy="3709500"/>
          </a:xfrm>
          <a:prstGeom prst="rect">
            <a:avLst/>
          </a:prstGeom>
          <a:noFill/>
          <a:ln>
            <a:noFill/>
          </a:ln>
        </p:spPr>
        <p:txBody>
          <a:bodyPr spcFirstLastPara="1" wrap="square" lIns="91425" tIns="91425" rIns="91425" bIns="91425" anchor="t" anchorCtr="0">
            <a:spAutoFit/>
          </a:bodyPr>
          <a:lstStyle/>
          <a:p>
            <a:pPr marL="457200" lvl="0" indent="-298450" algn="l" rtl="0">
              <a:lnSpc>
                <a:spcPct val="100000"/>
              </a:lnSpc>
              <a:spcBef>
                <a:spcPts val="1200"/>
              </a:spcBef>
              <a:spcAft>
                <a:spcPts val="0"/>
              </a:spcAft>
              <a:buSzPts val="1100"/>
              <a:buFont typeface="Comfortaa"/>
              <a:buChar char="●"/>
            </a:pPr>
            <a:r>
              <a:rPr lang="en" sz="1100" b="1">
                <a:solidFill>
                  <a:srgbClr val="1E4E79"/>
                </a:solidFill>
                <a:latin typeface="Comfortaa"/>
                <a:ea typeface="Comfortaa"/>
                <a:cs typeface="Comfortaa"/>
                <a:sym typeface="Comfortaa"/>
              </a:rPr>
              <a:t>Upgrade Technology Infrastructure</a:t>
            </a:r>
            <a:r>
              <a:rPr lang="en" sz="1100">
                <a:solidFill>
                  <a:srgbClr val="1E4E79"/>
                </a:solidFill>
                <a:latin typeface="Comfortaa"/>
                <a:ea typeface="Comfortaa"/>
                <a:cs typeface="Comfortaa"/>
                <a:sym typeface="Comfortaa"/>
              </a:rPr>
              <a:t>:</a:t>
            </a:r>
            <a:r>
              <a:rPr lang="en" sz="1100">
                <a:solidFill>
                  <a:schemeClr val="dk1"/>
                </a:solidFill>
                <a:latin typeface="Comfortaa"/>
                <a:ea typeface="Comfortaa"/>
                <a:cs typeface="Comfortaa"/>
                <a:sym typeface="Comfortaa"/>
              </a:rPr>
              <a:t> Address the severe 59% call and 71% chat failure rates by implementing a cloud-based omnichannel platform with smart routing and callbacks.</a:t>
            </a:r>
            <a:endParaRPr sz="1100">
              <a:solidFill>
                <a:schemeClr val="dk1"/>
              </a:solidFill>
              <a:latin typeface="Comfortaa"/>
              <a:ea typeface="Comfortaa"/>
              <a:cs typeface="Comfortaa"/>
              <a:sym typeface="Comfortaa"/>
            </a:endParaRPr>
          </a:p>
          <a:p>
            <a:pPr marL="457200" lvl="0" indent="0" algn="l" rtl="0">
              <a:lnSpc>
                <a:spcPct val="100000"/>
              </a:lnSpc>
              <a:spcBef>
                <a:spcPts val="1200"/>
              </a:spcBef>
              <a:spcAft>
                <a:spcPts val="0"/>
              </a:spcAft>
              <a:buNone/>
            </a:pPr>
            <a:endParaRPr sz="1100">
              <a:solidFill>
                <a:schemeClr val="dk1"/>
              </a:solidFill>
              <a:latin typeface="Comfortaa"/>
              <a:ea typeface="Comfortaa"/>
              <a:cs typeface="Comfortaa"/>
              <a:sym typeface="Comfortaa"/>
            </a:endParaRPr>
          </a:p>
          <a:p>
            <a:pPr marL="457200" lvl="0" indent="-298450" algn="l" rtl="0">
              <a:lnSpc>
                <a:spcPct val="100000"/>
              </a:lnSpc>
              <a:spcBef>
                <a:spcPts val="1200"/>
              </a:spcBef>
              <a:spcAft>
                <a:spcPts val="0"/>
              </a:spcAft>
              <a:buSzPts val="1100"/>
              <a:buFont typeface="Comfortaa"/>
              <a:buChar char="●"/>
            </a:pPr>
            <a:r>
              <a:rPr lang="en" sz="1100" b="1">
                <a:solidFill>
                  <a:srgbClr val="1E4E79"/>
                </a:solidFill>
                <a:latin typeface="Comfortaa"/>
                <a:ea typeface="Comfortaa"/>
                <a:cs typeface="Comfortaa"/>
                <a:sym typeface="Comfortaa"/>
              </a:rPr>
              <a:t>Implement Advanced Workforce Management (WFM)</a:t>
            </a:r>
            <a:r>
              <a:rPr lang="en" sz="1100">
                <a:solidFill>
                  <a:srgbClr val="1E4E79"/>
                </a:solidFill>
                <a:latin typeface="Comfortaa"/>
                <a:ea typeface="Comfortaa"/>
                <a:cs typeface="Comfortaa"/>
                <a:sym typeface="Comfortaa"/>
              </a:rPr>
              <a:t>:</a:t>
            </a:r>
            <a:r>
              <a:rPr lang="en" sz="1100">
                <a:solidFill>
                  <a:schemeClr val="dk1"/>
                </a:solidFill>
                <a:latin typeface="Comfortaa"/>
                <a:ea typeface="Comfortaa"/>
                <a:cs typeface="Comfortaa"/>
                <a:sym typeface="Comfortaa"/>
              </a:rPr>
              <a:t> Counter the workload imbalance and agent fatigue caused by the prolonged 6 AM–5 PM peak using data-driven scheduling and dynamic staffing tools. </a:t>
            </a:r>
            <a:endParaRPr sz="1100">
              <a:solidFill>
                <a:schemeClr val="dk1"/>
              </a:solidFill>
              <a:latin typeface="Comfortaa"/>
              <a:ea typeface="Comfortaa"/>
              <a:cs typeface="Comfortaa"/>
              <a:sym typeface="Comfortaa"/>
            </a:endParaRPr>
          </a:p>
          <a:p>
            <a:pPr marL="914400" lvl="0" indent="0" algn="l" rtl="0">
              <a:lnSpc>
                <a:spcPct val="100000"/>
              </a:lnSpc>
              <a:spcBef>
                <a:spcPts val="1200"/>
              </a:spcBef>
              <a:spcAft>
                <a:spcPts val="0"/>
              </a:spcAft>
              <a:buNone/>
            </a:pPr>
            <a:endParaRPr sz="1100">
              <a:solidFill>
                <a:schemeClr val="dk1"/>
              </a:solidFill>
              <a:latin typeface="Comfortaa"/>
              <a:ea typeface="Comfortaa"/>
              <a:cs typeface="Comfortaa"/>
              <a:sym typeface="Comfortaa"/>
            </a:endParaRPr>
          </a:p>
          <a:p>
            <a:pPr marL="457200" lvl="0" indent="-298450" algn="l" rtl="0">
              <a:lnSpc>
                <a:spcPct val="100000"/>
              </a:lnSpc>
              <a:spcBef>
                <a:spcPts val="1200"/>
              </a:spcBef>
              <a:spcAft>
                <a:spcPts val="0"/>
              </a:spcAft>
              <a:buSzPts val="1100"/>
              <a:buFont typeface="Comfortaa"/>
              <a:buChar char="●"/>
            </a:pPr>
            <a:r>
              <a:rPr lang="en" sz="1100" b="1">
                <a:solidFill>
                  <a:srgbClr val="1E4E79"/>
                </a:solidFill>
                <a:latin typeface="Comfortaa"/>
                <a:ea typeface="Comfortaa"/>
                <a:cs typeface="Comfortaa"/>
                <a:sym typeface="Comfortaa"/>
              </a:rPr>
              <a:t>Introduce Targeted Training Programs:</a:t>
            </a:r>
            <a:r>
              <a:rPr lang="en" sz="1100">
                <a:solidFill>
                  <a:schemeClr val="dk1"/>
                </a:solidFill>
                <a:latin typeface="Comfortaa"/>
                <a:ea typeface="Comfortaa"/>
                <a:cs typeface="Comfortaa"/>
                <a:sym typeface="Comfortaa"/>
              </a:rPr>
              <a:t> Correct the critically low 2.93/8 service rating by providing specialized, regular training focused on communication, technology usage, and engagement skills. </a:t>
            </a:r>
            <a:endParaRPr sz="1100">
              <a:solidFill>
                <a:schemeClr val="dk1"/>
              </a:solidFill>
              <a:latin typeface="Comfortaa"/>
              <a:ea typeface="Comfortaa"/>
              <a:cs typeface="Comfortaa"/>
              <a:sym typeface="Comfortaa"/>
            </a:endParaRPr>
          </a:p>
          <a:p>
            <a:pPr marL="914400" marR="0" lvl="0" indent="0" algn="l" rtl="0">
              <a:lnSpc>
                <a:spcPct val="100000"/>
              </a:lnSpc>
              <a:spcBef>
                <a:spcPts val="1200"/>
              </a:spcBef>
              <a:spcAft>
                <a:spcPts val="0"/>
              </a:spcAft>
              <a:buNone/>
            </a:pPr>
            <a:endParaRPr>
              <a:solidFill>
                <a:schemeClr val="dk1"/>
              </a:solidFill>
              <a:latin typeface="Comfortaa"/>
              <a:ea typeface="Comfortaa"/>
              <a:cs typeface="Comfortaa"/>
              <a:sym typeface="Comfortaa"/>
            </a:endParaRPr>
          </a:p>
        </p:txBody>
      </p:sp>
      <p:pic>
        <p:nvPicPr>
          <p:cNvPr id="246" name="Google Shape;246;p14" descr="Infrastructure - Free technology icons"/>
          <p:cNvPicPr preferRelativeResize="0"/>
          <p:nvPr/>
        </p:nvPicPr>
        <p:blipFill rotWithShape="1">
          <a:blip r:embed="rId3">
            <a:alphaModFix/>
          </a:blip>
          <a:srcRect/>
          <a:stretch/>
        </p:blipFill>
        <p:spPr>
          <a:xfrm>
            <a:off x="5161751" y="1115167"/>
            <a:ext cx="2804713" cy="280471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18"/>
          <p:cNvSpPr txBox="1"/>
          <p:nvPr/>
        </p:nvSpPr>
        <p:spPr>
          <a:xfrm>
            <a:off x="431925" y="1032016"/>
            <a:ext cx="4138500" cy="3232500"/>
          </a:xfrm>
          <a:prstGeom prst="rect">
            <a:avLst/>
          </a:prstGeom>
          <a:noFill/>
          <a:ln>
            <a:noFill/>
          </a:ln>
        </p:spPr>
        <p:txBody>
          <a:bodyPr spcFirstLastPara="1" wrap="square" lIns="91425" tIns="91425" rIns="91425" bIns="91425" anchor="t" anchorCtr="0">
            <a:spAutoFit/>
          </a:bodyPr>
          <a:lstStyle/>
          <a:p>
            <a:pPr marL="457200" marR="0" lvl="0" indent="-298450" algn="l" rtl="0">
              <a:lnSpc>
                <a:spcPct val="100000"/>
              </a:lnSpc>
              <a:spcBef>
                <a:spcPts val="0"/>
              </a:spcBef>
              <a:spcAft>
                <a:spcPts val="0"/>
              </a:spcAft>
              <a:buClr>
                <a:schemeClr val="dk1"/>
              </a:buClr>
              <a:buSzPts val="1100"/>
              <a:buFont typeface="Comfortaa"/>
              <a:buChar char="●"/>
            </a:pPr>
            <a:r>
              <a:rPr lang="en" sz="1100" b="1">
                <a:solidFill>
                  <a:srgbClr val="1E4E79"/>
                </a:solidFill>
                <a:latin typeface="Comfortaa"/>
                <a:ea typeface="Comfortaa"/>
                <a:cs typeface="Comfortaa"/>
                <a:sym typeface="Comfortaa"/>
              </a:rPr>
              <a:t>Optimize Channel Strategy for Revenue Growth: </a:t>
            </a:r>
            <a:r>
              <a:rPr lang="en" sz="1100">
                <a:solidFill>
                  <a:schemeClr val="dk1"/>
                </a:solidFill>
                <a:latin typeface="Comfortaa"/>
                <a:ea typeface="Comfortaa"/>
                <a:cs typeface="Comfortaa"/>
                <a:sym typeface="Comfortaa"/>
              </a:rPr>
              <a:t>Since calls generate 79% of total revenue while chats underperform with high failure rates, the strategy must be dual-focused:.</a:t>
            </a: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298450" algn="l" rtl="0">
              <a:lnSpc>
                <a:spcPct val="100000"/>
              </a:lnSpc>
              <a:spcBef>
                <a:spcPts val="0"/>
              </a:spcBef>
              <a:spcAft>
                <a:spcPts val="0"/>
              </a:spcAft>
              <a:buClr>
                <a:schemeClr val="dk1"/>
              </a:buClr>
              <a:buSzPts val="1100"/>
              <a:buFont typeface="Comfortaa"/>
              <a:buChar char="●"/>
            </a:pPr>
            <a:r>
              <a:rPr lang="en" sz="1100" b="1">
                <a:solidFill>
                  <a:srgbClr val="1E4E79"/>
                </a:solidFill>
                <a:latin typeface="Comfortaa"/>
                <a:ea typeface="Comfortaa"/>
                <a:cs typeface="Comfortaa"/>
                <a:sym typeface="Comfortaa"/>
              </a:rPr>
              <a:t>Adopt AI-Powered Chatbots and Analytics Tools:</a:t>
            </a:r>
            <a:r>
              <a:rPr lang="en" sz="1100">
                <a:solidFill>
                  <a:schemeClr val="dk1"/>
                </a:solidFill>
                <a:latin typeface="Comfortaa"/>
                <a:ea typeface="Comfortaa"/>
                <a:cs typeface="Comfortaa"/>
                <a:sym typeface="Comfortaa"/>
              </a:rPr>
              <a:t> To combat existing manual inefficiencies in handling both calls and chats, deploy AI for initial customer interactions and sentiment analysis. </a:t>
            </a: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0" algn="l" rtl="0">
              <a:lnSpc>
                <a:spcPct val="100000"/>
              </a:lnSpc>
              <a:spcBef>
                <a:spcPts val="0"/>
              </a:spcBef>
              <a:spcAft>
                <a:spcPts val="0"/>
              </a:spcAft>
              <a:buNone/>
            </a:pPr>
            <a:endParaRPr sz="1100">
              <a:solidFill>
                <a:schemeClr val="dk1"/>
              </a:solidFill>
              <a:latin typeface="Comfortaa"/>
              <a:ea typeface="Comfortaa"/>
              <a:cs typeface="Comfortaa"/>
              <a:sym typeface="Comfortaa"/>
            </a:endParaRPr>
          </a:p>
          <a:p>
            <a:pPr marL="457200" marR="0" lvl="0" indent="-298450" algn="l" rtl="0">
              <a:lnSpc>
                <a:spcPct val="100000"/>
              </a:lnSpc>
              <a:spcBef>
                <a:spcPts val="0"/>
              </a:spcBef>
              <a:spcAft>
                <a:spcPts val="0"/>
              </a:spcAft>
              <a:buClr>
                <a:schemeClr val="dk1"/>
              </a:buClr>
              <a:buSzPts val="1100"/>
              <a:buFont typeface="Comfortaa"/>
              <a:buChar char="●"/>
            </a:pPr>
            <a:r>
              <a:rPr lang="en" sz="1100" b="1">
                <a:solidFill>
                  <a:srgbClr val="1E4E79"/>
                </a:solidFill>
                <a:latin typeface="Comfortaa"/>
                <a:ea typeface="Comfortaa"/>
                <a:cs typeface="Comfortaa"/>
                <a:sym typeface="Comfortaa"/>
              </a:rPr>
              <a:t>Implement Performance-Based Incentives: </a:t>
            </a:r>
            <a:r>
              <a:rPr lang="en" sz="1100">
                <a:solidFill>
                  <a:schemeClr val="dk1"/>
                </a:solidFill>
                <a:latin typeface="Comfortaa"/>
                <a:ea typeface="Comfortaa"/>
                <a:cs typeface="Comfortaa"/>
                <a:sym typeface="Comfortaa"/>
              </a:rPr>
              <a:t>Address the critical workload imbalance where the top 10 agents handle 44% of total calls by introducing performance-based incentives tied to customer satisfaction and efficiency metrics. </a:t>
            </a:r>
            <a:endParaRPr sz="1100">
              <a:solidFill>
                <a:schemeClr val="dk1"/>
              </a:solidFill>
              <a:latin typeface="Comfortaa"/>
              <a:ea typeface="Comfortaa"/>
              <a:cs typeface="Comfortaa"/>
              <a:sym typeface="Comfortaa"/>
            </a:endParaRPr>
          </a:p>
        </p:txBody>
      </p:sp>
      <p:sp>
        <p:nvSpPr>
          <p:cNvPr id="252" name="Google Shape;252;p18"/>
          <p:cNvSpPr txBox="1"/>
          <p:nvPr/>
        </p:nvSpPr>
        <p:spPr>
          <a:xfrm>
            <a:off x="34275" y="79200"/>
            <a:ext cx="9072300" cy="487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1E4E79"/>
                </a:solidFill>
                <a:latin typeface="Comfortaa"/>
                <a:ea typeface="Comfortaa"/>
                <a:cs typeface="Comfortaa"/>
                <a:sym typeface="Comfortaa"/>
              </a:rPr>
              <a:t>Strategic Recommendations</a:t>
            </a:r>
            <a:endParaRPr sz="2400" b="1" i="0" u="none" strike="noStrike" cap="none">
              <a:solidFill>
                <a:srgbClr val="1E4E79"/>
              </a:solidFill>
              <a:latin typeface="Comfortaa"/>
              <a:ea typeface="Comfortaa"/>
              <a:cs typeface="Comfortaa"/>
              <a:sym typeface="Comfortaa"/>
            </a:endParaRPr>
          </a:p>
        </p:txBody>
      </p:sp>
      <p:pic>
        <p:nvPicPr>
          <p:cNvPr id="253" name="Google Shape;253;p18" descr="Top Tools for Artificial Intelligence in 2025"/>
          <p:cNvPicPr preferRelativeResize="0"/>
          <p:nvPr/>
        </p:nvPicPr>
        <p:blipFill rotWithShape="1">
          <a:blip r:embed="rId3">
            <a:alphaModFix/>
          </a:blip>
          <a:srcRect/>
          <a:stretch/>
        </p:blipFill>
        <p:spPr>
          <a:xfrm>
            <a:off x="4570425" y="1032019"/>
            <a:ext cx="4504478" cy="312219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1"/>
          <p:cNvSpPr txBox="1"/>
          <p:nvPr/>
        </p:nvSpPr>
        <p:spPr>
          <a:xfrm>
            <a:off x="4483223" y="1231467"/>
            <a:ext cx="4220023" cy="1908184"/>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Higher customer satisfaction</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Increased operational efficiency</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Boosted profitability</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 Improved employee retention</a:t>
            </a:r>
            <a:endParaRPr sz="1400" b="1" i="0" u="none" strike="noStrike" cap="none">
              <a:solidFill>
                <a:schemeClr val="dk1"/>
              </a:solidFill>
              <a:latin typeface="Comfortaa"/>
              <a:ea typeface="Comfortaa"/>
              <a:cs typeface="Comfortaa"/>
              <a:sym typeface="Comfortaa"/>
            </a:endParaRPr>
          </a:p>
        </p:txBody>
      </p:sp>
      <p:sp>
        <p:nvSpPr>
          <p:cNvPr id="259" name="Google Shape;259;p21"/>
          <p:cNvSpPr txBox="1"/>
          <p:nvPr/>
        </p:nvSpPr>
        <p:spPr>
          <a:xfrm>
            <a:off x="34275" y="79200"/>
            <a:ext cx="9072300" cy="487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2400" b="1" i="0" u="none" strike="noStrike" cap="none">
                <a:solidFill>
                  <a:srgbClr val="1E4E79"/>
                </a:solidFill>
                <a:latin typeface="Comfortaa"/>
                <a:ea typeface="Comfortaa"/>
                <a:cs typeface="Comfortaa"/>
                <a:sym typeface="Comfortaa"/>
              </a:rPr>
              <a:t>Overall Expected Impact</a:t>
            </a:r>
            <a:endParaRPr sz="2400" b="1" i="0" u="none" strike="noStrike" cap="none">
              <a:solidFill>
                <a:srgbClr val="1E4E79"/>
              </a:solidFill>
              <a:latin typeface="Comfortaa"/>
              <a:ea typeface="Comfortaa"/>
              <a:cs typeface="Comfortaa"/>
              <a:sym typeface="Comfortaa"/>
            </a:endParaRPr>
          </a:p>
        </p:txBody>
      </p:sp>
      <p:pic>
        <p:nvPicPr>
          <p:cNvPr id="260" name="Google Shape;260;p21" descr="25+ Thousand Impact Logo Royalty-Free Images, Stock Photos &amp; Pictures |  Shutterstock"/>
          <p:cNvPicPr preferRelativeResize="0"/>
          <p:nvPr/>
        </p:nvPicPr>
        <p:blipFill rotWithShape="1">
          <a:blip r:embed="rId3">
            <a:alphaModFix/>
          </a:blip>
          <a:srcRect l="-1" r="1622" b="16012"/>
          <a:stretch/>
        </p:blipFill>
        <p:spPr>
          <a:xfrm>
            <a:off x="451605" y="966895"/>
            <a:ext cx="2725771" cy="2506097"/>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CE7F0"/>
        </a:solidFill>
        <a:effectLst/>
      </p:bgPr>
    </p:bg>
    <p:spTree>
      <p:nvGrpSpPr>
        <p:cNvPr id="1" name="Shape 264"/>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40471" y="578897"/>
            <a:ext cx="9237098" cy="394705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23"/>
          <p:cNvSpPr txBox="1"/>
          <p:nvPr/>
        </p:nvSpPr>
        <p:spPr>
          <a:xfrm>
            <a:off x="730841" y="1231343"/>
            <a:ext cx="7551387" cy="2281531"/>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chemeClr val="dk1"/>
                </a:solidFill>
                <a:latin typeface="Comfortaa"/>
                <a:ea typeface="Comfortaa"/>
                <a:cs typeface="Comfortaa"/>
                <a:sym typeface="Comfortaa"/>
              </a:rPr>
              <a:t>Summary of Findings</a:t>
            </a:r>
            <a:endParaRPr sz="13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High system failure rates and workload imbalances were key operational challenges.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Average customer satisfaction (2.93/8) indicates an urgent need for service quality improvement.</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Calls remain the primary revenue driver (79%), but chat performance lags behind.</a:t>
            </a:r>
            <a:endParaRPr sz="1200" b="0" i="0" u="none" strike="noStrike" cap="none">
              <a:solidFill>
                <a:schemeClr val="dk1"/>
              </a:solidFill>
              <a:latin typeface="Comfortaa Medium"/>
              <a:ea typeface="Comfortaa Medium"/>
              <a:cs typeface="Comfortaa Medium"/>
              <a:sym typeface="Comfortaa Medium"/>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p:txBody>
      </p:sp>
      <p:sp>
        <p:nvSpPr>
          <p:cNvPr id="271" name="Google Shape;271;p23"/>
          <p:cNvSpPr txBox="1"/>
          <p:nvPr/>
        </p:nvSpPr>
        <p:spPr>
          <a:xfrm>
            <a:off x="108175" y="76350"/>
            <a:ext cx="8897700" cy="562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en" sz="2400" b="1" i="0" u="none" strike="noStrike" cap="none">
                <a:solidFill>
                  <a:srgbClr val="1E4E79"/>
                </a:solidFill>
                <a:latin typeface="Comfortaa"/>
                <a:ea typeface="Comfortaa"/>
                <a:cs typeface="Comfortaa"/>
                <a:sym typeface="Comfortaa"/>
              </a:rPr>
              <a:t>Conclusion</a:t>
            </a:r>
            <a:endParaRPr sz="2400" b="1" i="0" u="none" strike="noStrike" cap="none">
              <a:solidFill>
                <a:srgbClr val="1E4E79"/>
              </a:solidFill>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24"/>
          <p:cNvSpPr txBox="1"/>
          <p:nvPr/>
        </p:nvSpPr>
        <p:spPr>
          <a:xfrm>
            <a:off x="739225" y="1323441"/>
            <a:ext cx="7635600" cy="2505197"/>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chemeClr val="dk1"/>
                </a:solidFill>
                <a:latin typeface="Comfortaa"/>
                <a:ea typeface="Comfortaa"/>
                <a:cs typeface="Comfortaa"/>
                <a:sym typeface="Comfortaa"/>
              </a:rPr>
              <a:t>Strategic Takeaways</a:t>
            </a:r>
            <a:endParaRPr sz="1400" b="1" i="0" u="none" strike="noStrike" cap="none">
              <a:solidFill>
                <a:schemeClr val="dk1"/>
              </a:solidFill>
              <a:latin typeface="Comfortaa"/>
              <a:ea typeface="Comfortaa"/>
              <a:cs typeface="Comfortaa"/>
              <a:sym typeface="Comfortaa"/>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Technology upgrade is essential to fix foundational inefficiencies.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Training and AI integration will empower agents to deliver consistent, high-quality service.</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Data-driven workforce management ensures optimal performance during peak hours.</a:t>
            </a:r>
            <a:endParaRPr sz="1200" b="0" i="0" u="none" strike="noStrike" cap="none">
              <a:solidFill>
                <a:schemeClr val="dk1"/>
              </a:solidFill>
              <a:latin typeface="Comfortaa Medium"/>
              <a:ea typeface="Comfortaa Medium"/>
              <a:cs typeface="Comfortaa Medium"/>
              <a:sym typeface="Comfortaa Medium"/>
            </a:endParaRPr>
          </a:p>
          <a:p>
            <a:pPr marL="628650" marR="0" lvl="0" indent="-9525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304800" algn="l" rtl="0">
              <a:lnSpc>
                <a:spcPct val="100000"/>
              </a:lnSpc>
              <a:spcBef>
                <a:spcPts val="0"/>
              </a:spcBef>
              <a:spcAft>
                <a:spcPts val="0"/>
              </a:spcAft>
              <a:buClr>
                <a:schemeClr val="dk1"/>
              </a:buClr>
              <a:buSzPts val="1200"/>
              <a:buFont typeface="Arial"/>
              <a:buChar char="•"/>
            </a:pPr>
            <a:r>
              <a:rPr lang="en" sz="1200" b="0" i="0" u="none" strike="noStrike" cap="none">
                <a:solidFill>
                  <a:schemeClr val="dk1"/>
                </a:solidFill>
                <a:latin typeface="Comfortaa Medium"/>
                <a:ea typeface="Comfortaa Medium"/>
                <a:cs typeface="Comfortaa Medium"/>
                <a:sym typeface="Comfortaa Medium"/>
              </a:rPr>
              <a:t>Incentive-based motivation will balance workloads and enhance productivity.</a:t>
            </a:r>
            <a:endParaRPr sz="1200" b="0" i="0" u="none" strike="noStrike" cap="none">
              <a:solidFill>
                <a:schemeClr val="dk1"/>
              </a:solidFill>
              <a:latin typeface="Comfortaa Medium"/>
              <a:ea typeface="Comfortaa Medium"/>
              <a:cs typeface="Comfortaa Medium"/>
              <a:sym typeface="Comfortaa Medium"/>
            </a:endParaRPr>
          </a:p>
        </p:txBody>
      </p:sp>
      <p:sp>
        <p:nvSpPr>
          <p:cNvPr id="277" name="Google Shape;277;p24"/>
          <p:cNvSpPr txBox="1"/>
          <p:nvPr/>
        </p:nvSpPr>
        <p:spPr>
          <a:xfrm>
            <a:off x="108175" y="76350"/>
            <a:ext cx="8897700" cy="562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en" sz="2400" b="1" i="0" u="none" strike="noStrike" cap="none">
                <a:solidFill>
                  <a:srgbClr val="1E4E79"/>
                </a:solidFill>
                <a:latin typeface="Comfortaa"/>
                <a:ea typeface="Comfortaa"/>
                <a:cs typeface="Comfortaa"/>
                <a:sym typeface="Comfortaa"/>
              </a:rPr>
              <a:t>Conclusion</a:t>
            </a:r>
            <a:endParaRPr sz="2400" b="1" i="0" u="none" strike="noStrike" cap="none">
              <a:solidFill>
                <a:srgbClr val="1E4E79"/>
              </a:solidFill>
              <a:latin typeface="Lato"/>
              <a:ea typeface="Lato"/>
              <a:cs typeface="Lato"/>
              <a:sym typeface="Lat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25"/>
          <p:cNvSpPr txBox="1"/>
          <p:nvPr/>
        </p:nvSpPr>
        <p:spPr>
          <a:xfrm>
            <a:off x="796625" y="955050"/>
            <a:ext cx="7635600" cy="39027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0" marR="0" lvl="0" indent="0" algn="ctr" rtl="0">
              <a:lnSpc>
                <a:spcPct val="100000"/>
              </a:lnSpc>
              <a:spcBef>
                <a:spcPts val="0"/>
              </a:spcBef>
              <a:spcAft>
                <a:spcPts val="0"/>
              </a:spcAft>
              <a:buClr>
                <a:srgbClr val="000000"/>
              </a:buClr>
              <a:buSzPts val="1500"/>
              <a:buFont typeface="Arial"/>
              <a:buNone/>
            </a:pPr>
            <a:endParaRPr sz="1500" b="1" i="0" u="none" strike="noStrike" cap="none">
              <a:solidFill>
                <a:schemeClr val="dk1"/>
              </a:solidFill>
              <a:latin typeface="Comfortaa"/>
              <a:ea typeface="Comfortaa"/>
              <a:cs typeface="Comfortaa"/>
              <a:sym typeface="Comfortaa"/>
            </a:endParaRPr>
          </a:p>
          <a:p>
            <a:pPr marL="0" marR="0" lvl="0" indent="45720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By implementing these strategic actions, AstroSage’s call center can:</a:t>
            </a:r>
            <a:endParaRPr sz="1200" b="0" i="0" u="none" strike="noStrike" cap="none">
              <a:solidFill>
                <a:schemeClr val="dk1"/>
              </a:solidFill>
              <a:latin typeface="Comfortaa Medium"/>
              <a:ea typeface="Comfortaa Medium"/>
              <a:cs typeface="Comfortaa Medium"/>
              <a:sym typeface="Comfortaa Medium"/>
            </a:endParaRPr>
          </a:p>
          <a:p>
            <a:pPr marL="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Achieve higher customer satisfaction and loyalty.</a:t>
            </a: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Operate more efficiently with smarter scheduling and automation.</a:t>
            </a: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Boost profitability through improved completion rates and revenue optimization.</a:t>
            </a: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endParaRPr sz="1200" b="0" i="0" u="none" strike="noStrike" cap="none">
              <a:solidFill>
                <a:schemeClr val="dk1"/>
              </a:solidFill>
              <a:latin typeface="Comfortaa Medium"/>
              <a:ea typeface="Comfortaa Medium"/>
              <a:cs typeface="Comfortaa Medium"/>
              <a:sym typeface="Comfortaa Medium"/>
            </a:endParaRPr>
          </a:p>
          <a:p>
            <a:pPr marL="457200" marR="0" lvl="0" indent="0" algn="l"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omfortaa Medium"/>
                <a:ea typeface="Comfortaa Medium"/>
                <a:cs typeface="Comfortaa Medium"/>
                <a:sym typeface="Comfortaa Medium"/>
              </a:rPr>
              <a:t>👥 Foster a motivated and balanced team culture focused on quality service.</a:t>
            </a:r>
            <a:endParaRPr sz="1200" b="0" i="0" u="none" strike="noStrike" cap="none">
              <a:solidFill>
                <a:schemeClr val="dk1"/>
              </a:solidFill>
              <a:latin typeface="Comfortaa Medium"/>
              <a:ea typeface="Comfortaa Medium"/>
              <a:cs typeface="Comfortaa Medium"/>
              <a:sym typeface="Comfortaa Medium"/>
            </a:endParaRPr>
          </a:p>
        </p:txBody>
      </p:sp>
      <p:sp>
        <p:nvSpPr>
          <p:cNvPr id="283" name="Google Shape;283;p25"/>
          <p:cNvSpPr txBox="1"/>
          <p:nvPr/>
        </p:nvSpPr>
        <p:spPr>
          <a:xfrm>
            <a:off x="108175" y="76350"/>
            <a:ext cx="8897700" cy="562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None/>
            </a:pPr>
            <a:r>
              <a:rPr lang="en" sz="2400" b="1" i="0" u="none" strike="noStrike" cap="none">
                <a:solidFill>
                  <a:srgbClr val="1E4E79"/>
                </a:solidFill>
                <a:latin typeface="Comfortaa"/>
                <a:ea typeface="Comfortaa"/>
                <a:cs typeface="Comfortaa"/>
                <a:sym typeface="Comfortaa"/>
              </a:rPr>
              <a:t>Final Outlook</a:t>
            </a:r>
            <a:endParaRPr/>
          </a:p>
          <a:p>
            <a:pPr marL="0" marR="0" lvl="0" indent="0" algn="ctr" rtl="0">
              <a:lnSpc>
                <a:spcPct val="100000"/>
              </a:lnSpc>
              <a:spcBef>
                <a:spcPts val="0"/>
              </a:spcBef>
              <a:spcAft>
                <a:spcPts val="0"/>
              </a:spcAft>
              <a:buClr>
                <a:srgbClr val="000000"/>
              </a:buClr>
              <a:buSzPts val="2400"/>
              <a:buFont typeface="Arial"/>
              <a:buNone/>
            </a:pPr>
            <a:endParaRPr sz="2400" b="1" i="0" u="none" strike="noStrike" cap="none">
              <a:solidFill>
                <a:srgbClr val="1E4E79"/>
              </a:solidFill>
              <a:latin typeface="Lato"/>
              <a:ea typeface="Lato"/>
              <a:cs typeface="Lato"/>
              <a:sym typeface="La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pic>
        <p:nvPicPr>
          <p:cNvPr id="288" name="Google Shape;288;p26"/>
          <p:cNvPicPr preferRelativeResize="0"/>
          <p:nvPr/>
        </p:nvPicPr>
        <p:blipFill rotWithShape="1">
          <a:blip r:embed="rId3">
            <a:alphaModFix/>
          </a:blip>
          <a:srcRect/>
          <a:stretch/>
        </p:blipFill>
        <p:spPr>
          <a:xfrm>
            <a:off x="3552345" y="519969"/>
            <a:ext cx="5591655" cy="4603796"/>
          </a:xfrm>
          <a:prstGeom prst="rect">
            <a:avLst/>
          </a:prstGeom>
          <a:noFill/>
          <a:ln>
            <a:noFill/>
          </a:ln>
        </p:spPr>
      </p:pic>
      <p:sp>
        <p:nvSpPr>
          <p:cNvPr id="289" name="Google Shape;289;p26"/>
          <p:cNvSpPr txBox="1"/>
          <p:nvPr/>
        </p:nvSpPr>
        <p:spPr>
          <a:xfrm>
            <a:off x="289450" y="870160"/>
            <a:ext cx="6010638" cy="2372999"/>
          </a:xfrm>
          <a:prstGeom prst="rect">
            <a:avLst/>
          </a:prstGeom>
          <a:noFill/>
          <a:ln>
            <a:noFill/>
          </a:ln>
        </p:spPr>
        <p:txBody>
          <a:bodyPr spcFirstLastPara="1" wrap="square" lIns="91425" tIns="91425" rIns="91425" bIns="91425" anchor="t" anchorCtr="0">
            <a:noAutofit/>
          </a:bodyPr>
          <a:lstStyle/>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Newton School – Learning resources and guidance</a:t>
            </a:r>
            <a:endParaRPr sz="1400" b="1" i="0" u="none" strike="noStrike" cap="none">
              <a:solidFill>
                <a:schemeClr val="dk1"/>
              </a:solidFill>
              <a:latin typeface="Comfortaa SemiBold"/>
              <a:ea typeface="Comfortaa SemiBold"/>
              <a:cs typeface="Comfortaa SemiBold"/>
              <a:sym typeface="Comfortaa SemiBold"/>
            </a:endParaRPr>
          </a:p>
          <a:p>
            <a:pPr marL="45720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SemiBold"/>
              <a:ea typeface="Comfortaa SemiBold"/>
              <a:cs typeface="Comfortaa SemiBold"/>
              <a:sym typeface="Comfortaa SemiBold"/>
            </a:endParaRPr>
          </a:p>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Raw Data – Dataset used for analysis</a:t>
            </a:r>
            <a:endParaRPr sz="1400" b="1" i="0" u="none" strike="noStrike" cap="none">
              <a:solidFill>
                <a:schemeClr val="dk1"/>
              </a:solidFill>
              <a:latin typeface="Comfortaa SemiBold"/>
              <a:ea typeface="Comfortaa SemiBold"/>
              <a:cs typeface="Comfortaa SemiBold"/>
              <a:sym typeface="Comfortaa SemiBold"/>
            </a:endParaRPr>
          </a:p>
          <a:p>
            <a:pPr marL="45720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SemiBold"/>
              <a:ea typeface="Comfortaa SemiBold"/>
              <a:cs typeface="Comfortaa SemiBold"/>
              <a:sym typeface="Comfortaa SemiBold"/>
            </a:endParaRPr>
          </a:p>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 AstroSage Website – www.astrosage.com</a:t>
            </a:r>
            <a:endParaRPr sz="1400" b="1" i="0" u="none" strike="noStrike" cap="none">
              <a:solidFill>
                <a:schemeClr val="dk1"/>
              </a:solidFill>
              <a:latin typeface="Comfortaa SemiBold"/>
              <a:ea typeface="Comfortaa SemiBold"/>
              <a:cs typeface="Comfortaa SemiBold"/>
              <a:sym typeface="Comfortaa SemiBold"/>
            </a:endParaRPr>
          </a:p>
          <a:p>
            <a:pPr marL="457200" marR="0" lvl="0" indent="0" algn="l"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Comfortaa SemiBold"/>
              <a:ea typeface="Comfortaa SemiBold"/>
              <a:cs typeface="Comfortaa SemiBold"/>
              <a:sym typeface="Comfortaa SemiBold"/>
            </a:endParaRPr>
          </a:p>
          <a:p>
            <a:pPr marL="457200" marR="0" lvl="0" indent="-317500" algn="l" rtl="0">
              <a:lnSpc>
                <a:spcPct val="100000"/>
              </a:lnSpc>
              <a:spcBef>
                <a:spcPts val="0"/>
              </a:spcBef>
              <a:spcAft>
                <a:spcPts val="0"/>
              </a:spcAft>
              <a:buClr>
                <a:schemeClr val="dk1"/>
              </a:buClr>
              <a:buSzPts val="1400"/>
              <a:buFont typeface="Comfortaa SemiBold"/>
              <a:buChar char="❖"/>
            </a:pPr>
            <a:r>
              <a:rPr lang="en" sz="1400" b="1" i="0" u="none" strike="noStrike" cap="none">
                <a:solidFill>
                  <a:schemeClr val="dk1"/>
                </a:solidFill>
                <a:latin typeface="Comfortaa SemiBold"/>
                <a:ea typeface="Comfortaa SemiBold"/>
                <a:cs typeface="Comfortaa SemiBold"/>
                <a:sym typeface="Comfortaa SemiBold"/>
              </a:rPr>
              <a:t> ChatGPT – AI-based assistance and explanations</a:t>
            </a:r>
            <a:endParaRPr sz="1400" b="1" i="0" u="none" strike="noStrike" cap="none">
              <a:solidFill>
                <a:schemeClr val="dk1"/>
              </a:solidFill>
              <a:latin typeface="Comfortaa SemiBold"/>
              <a:ea typeface="Comfortaa SemiBold"/>
              <a:cs typeface="Comfortaa SemiBold"/>
              <a:sym typeface="Comfortaa SemiBo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pic>
        <p:nvPicPr>
          <p:cNvPr id="294" name="Google Shape;294;p27"/>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95" name="Google Shape;295;p27"/>
          <p:cNvSpPr txBox="1"/>
          <p:nvPr/>
        </p:nvSpPr>
        <p:spPr>
          <a:xfrm>
            <a:off x="2303450" y="4129650"/>
            <a:ext cx="4560300" cy="7848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chemeClr val="dk2"/>
                </a:solidFill>
                <a:latin typeface="Comfortaa"/>
                <a:ea typeface="Comfortaa"/>
                <a:cs typeface="Comfortaa"/>
                <a:sym typeface="Comfortaa"/>
              </a:rPr>
              <a:t>Vikas Chandrakar</a:t>
            </a:r>
            <a:endParaRPr sz="2400" b="1" i="0" u="none" strike="noStrike" cap="none">
              <a:solidFill>
                <a:schemeClr val="dk2"/>
              </a:solidFill>
              <a:latin typeface="Comfortaa"/>
              <a:ea typeface="Comfortaa"/>
              <a:cs typeface="Comfortaa"/>
              <a:sym typeface="Comfortaa"/>
            </a:endParaRPr>
          </a:p>
          <a:p>
            <a:pPr marL="0" marR="0" lvl="0" indent="0" algn="ctr" rtl="0">
              <a:lnSpc>
                <a:spcPct val="100000"/>
              </a:lnSpc>
              <a:spcBef>
                <a:spcPts val="0"/>
              </a:spcBef>
              <a:spcAft>
                <a:spcPts val="0"/>
              </a:spcAft>
              <a:buClr>
                <a:srgbClr val="000000"/>
              </a:buClr>
              <a:buSzPts val="2400"/>
              <a:buFont typeface="Arial"/>
              <a:buNone/>
            </a:pPr>
            <a:r>
              <a:rPr lang="en" sz="2400" b="1">
                <a:solidFill>
                  <a:schemeClr val="dk2"/>
                </a:solidFill>
                <a:latin typeface="Comfortaa"/>
                <a:ea typeface="Comfortaa"/>
                <a:cs typeface="Comfortaa"/>
                <a:sym typeface="Comfortaa"/>
              </a:rPr>
              <a:t>05</a:t>
            </a:r>
            <a:r>
              <a:rPr lang="en" sz="2400" b="1" i="0" u="none" strike="noStrike" cap="none">
                <a:solidFill>
                  <a:schemeClr val="dk2"/>
                </a:solidFill>
                <a:latin typeface="Comfortaa"/>
                <a:ea typeface="Comfortaa"/>
                <a:cs typeface="Comfortaa"/>
                <a:sym typeface="Comfortaa"/>
              </a:rPr>
              <a:t>-1</a:t>
            </a:r>
            <a:r>
              <a:rPr lang="en" sz="2400" b="1">
                <a:solidFill>
                  <a:schemeClr val="dk2"/>
                </a:solidFill>
                <a:latin typeface="Comfortaa"/>
                <a:ea typeface="Comfortaa"/>
                <a:cs typeface="Comfortaa"/>
                <a:sym typeface="Comfortaa"/>
              </a:rPr>
              <a:t>1</a:t>
            </a:r>
            <a:r>
              <a:rPr lang="en" sz="2400" b="1" i="0" u="none" strike="noStrike" cap="none">
                <a:solidFill>
                  <a:schemeClr val="dk2"/>
                </a:solidFill>
                <a:latin typeface="Comfortaa"/>
                <a:ea typeface="Comfortaa"/>
                <a:cs typeface="Comfortaa"/>
                <a:sym typeface="Comfortaa"/>
              </a:rPr>
              <a:t>-202</a:t>
            </a:r>
            <a:r>
              <a:rPr lang="en" sz="2400" b="1">
                <a:solidFill>
                  <a:schemeClr val="dk2"/>
                </a:solidFill>
                <a:latin typeface="Comfortaa"/>
                <a:ea typeface="Comfortaa"/>
                <a:cs typeface="Comfortaa"/>
                <a:sym typeface="Comfortaa"/>
              </a:rPr>
              <a:t>5</a:t>
            </a:r>
            <a:endParaRPr sz="2400" b="1" i="0" u="none" strike="noStrike" cap="none">
              <a:solidFill>
                <a:schemeClr val="dk2"/>
              </a:solidFill>
              <a:latin typeface="Comfortaa"/>
              <a:ea typeface="Comfortaa"/>
              <a:cs typeface="Comfortaa"/>
              <a:sym typeface="Comfortaa"/>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heets">
    <a:dk1>
      <a:srgbClr val="000000"/>
    </a:dk1>
    <a:lt1>
      <a:srgbClr val="FFFFFF"/>
    </a:lt1>
    <a:dk2>
      <a:srgbClr val="000000"/>
    </a:dk2>
    <a:lt2>
      <a:srgbClr val="FFFFFF"/>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0000FF"/>
    </a:folHlink>
  </a:clrScheme>
  <a:fontScheme name="Sheets">
    <a:majorFont>
      <a:latin typeface="Calibri"/>
      <a:ea typeface="Calibri"/>
      <a:cs typeface="Calibri"/>
    </a:majorFont>
    <a:minorFont>
      <a:latin typeface="Calibri"/>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Sheets">
    <a:dk1>
      <a:srgbClr val="000000"/>
    </a:dk1>
    <a:lt1>
      <a:srgbClr val="FFFFFF"/>
    </a:lt1>
    <a:dk2>
      <a:srgbClr val="000000"/>
    </a:dk2>
    <a:lt2>
      <a:srgbClr val="FFFFFF"/>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0000FF"/>
    </a:folHlink>
  </a:clrScheme>
  <a:fontScheme name="Sheets">
    <a:majorFont>
      <a:latin typeface="Calibri"/>
      <a:ea typeface="Calibri"/>
      <a:cs typeface="Calibri"/>
    </a:majorFont>
    <a:minorFont>
      <a:latin typeface="Calibri"/>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Sheets">
    <a:dk1>
      <a:srgbClr val="000000"/>
    </a:dk1>
    <a:lt1>
      <a:srgbClr val="FFFFFF"/>
    </a:lt1>
    <a:dk2>
      <a:srgbClr val="000000"/>
    </a:dk2>
    <a:lt2>
      <a:srgbClr val="FFFFFF"/>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0000FF"/>
    </a:folHlink>
  </a:clrScheme>
  <a:fontScheme name="Sheets">
    <a:majorFont>
      <a:latin typeface="Calibri"/>
      <a:ea typeface="Calibri"/>
      <a:cs typeface="Calibri"/>
    </a:majorFont>
    <a:minorFont>
      <a:latin typeface="Calibri"/>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15</TotalTime>
  <Words>1142</Words>
  <Application>Microsoft Office PowerPoint</Application>
  <PresentationFormat>On-screen Show (16:9)</PresentationFormat>
  <Paragraphs>176</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Comfortaa SemiBold</vt:lpstr>
      <vt:lpstr>Lato</vt:lpstr>
      <vt:lpstr>Arial</vt:lpstr>
      <vt:lpstr>Quantico</vt:lpstr>
      <vt:lpstr>Comfortaa Medium</vt:lpstr>
      <vt:lpstr>Calibri</vt:lpstr>
      <vt:lpstr>Comfortaa</vt:lpstr>
      <vt:lpstr>Office Theme</vt:lpstr>
      <vt:lpstr>AstroSage Analysis</vt:lpstr>
      <vt:lpstr>PowerPoint Presentation</vt:lpstr>
      <vt:lpstr>PowerPoint Presentation</vt:lpstr>
      <vt:lpstr>PowerPoint Presentation</vt:lpstr>
      <vt:lpstr>PowerPoint Presentation</vt:lpstr>
      <vt:lpstr>Data Cleaning - Used spreadsheets functions like trim and Removing duplicates for data cleaning.  Data Enrichment - Added new variables using Date functions for better analysis .  Customer Segmentation - Used Sorting and Filtering to classify customers based on consultation type and summarizing key metrics and Identifying connection patterns across different metrics and product categories.  Visualization -:Created interactive dashboard using different charts for detailed view of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AstroSage Analysis</dc:title>
  <dc:creator>Vikas Chandrakar</dc:creator>
  <cp:lastModifiedBy>vikas chandrakar</cp:lastModifiedBy>
  <cp:revision>3</cp:revision>
  <dcterms:modified xsi:type="dcterms:W3CDTF">2025-11-09T22:53:25Z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1065711</vt:lpwstr>
  </property>
  <property fmtid="{D5CDD505-2E9C-101B-9397-08002B2CF9AE}" pid="3" name="NXPowerLiteSettings">
    <vt:lpwstr>F7000400038000</vt:lpwstr>
  </property>
  <property fmtid="{D5CDD505-2E9C-101B-9397-08002B2CF9AE}" pid="4" name="NXPowerLiteVersion">
    <vt:lpwstr>S10.9.4</vt:lpwstr>
  </property>
</Properties>
</file>